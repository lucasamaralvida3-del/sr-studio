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5400675" cy="7559675"/>
  <p:notesSz cx="4565650" cy="6797675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100" d="100"/>
          <a:sy n="100" d="100"/>
        </p:scale>
        <p:origin x="3186" y="90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7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586056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r">
              <a:defRPr sz="1200"/>
            </a:lvl1pPr>
          </a:lstStyle>
          <a:p>
            <a:fld id="{A99A84D1-6678-42CF-98F3-A36343E278C0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65263" y="850900"/>
            <a:ext cx="1635125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97" tIns="45593" rIns="91197" bIns="45593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57203" y="3271855"/>
            <a:ext cx="3651250" cy="2676525"/>
          </a:xfrm>
          <a:prstGeom prst="rect">
            <a:avLst/>
          </a:prstGeom>
        </p:spPr>
        <p:txBody>
          <a:bodyPr vert="horz" lIns="91197" tIns="45593" rIns="91197" bIns="45593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7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586056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r">
              <a:defRPr sz="12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Reference1" Type="http://schemas.openxmlformats.org/officeDocument/2006/relationships/image" Target="../media/reference_image1.png"/><Relationship Id="rIdReference4" Type="http://schemas.openxmlformats.org/officeDocument/2006/relationships/image" Target="../media/reference_image3.png"/><Relationship Id="rIdReference5" Type="http://schemas.openxmlformats.org/officeDocument/2006/relationships/image" Target="../media/reference_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580" y="4807393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744" y="5896273"/>
            <a:ext cx="949658" cy="4418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SR_CLUBE_PRECO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05349" y="4852106"/>
            <a:ext cx="3340602" cy="16598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5,94</a:t>
            </a:r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Reference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83" y="6751328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R_CLUBE_PRODUTO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0369" y="1943225"/>
            <a:ext cx="4822296" cy="20080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ÓLEO DE SOJA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VITALIV 900ML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8209B7-AB26-E66B-762E-3DF7C5B2396B}"/>
              </a:ext>
            </a:extLst>
          </p:cNvPr>
          <p:cNvSpPr/>
          <p:nvPr/>
        </p:nvSpPr>
        <p:spPr>
          <a:xfrm>
            <a:off x="1" y="4035812"/>
            <a:ext cx="5400674" cy="458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OFERTA EXCLUSIVA SOMENTE PARA</a:t>
            </a:r>
          </a:p>
          <a:p>
            <a:pPr algn="ctr"/>
            <a:r>
              <a:rPr lang="pt-BR" sz="1800" b="1" dirty="0"/>
              <a:t> USUÁRIOS DO CLUBE SR</a:t>
            </a:r>
          </a:p>
        </p:txBody>
      </p:sp>
      <p:sp>
        <p:nvSpPr>
          <p:cNvPr id="5" name="SR_CLUBE_VALIDADE">
            <a:extLst>
              <a:ext uri="{FF2B5EF4-FFF2-40B4-BE49-F238E27FC236}">
                <a16:creationId xmlns:a16="http://schemas.microsoft.com/office/drawing/2014/main" id="{7FE04C13-60D2-EB6A-8710-93C7F09735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21208" y="693414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VáliVálida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SOMENTE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30/01/2026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2D266FFC-97B7-9A0F-24D7-23D7C182D1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93340" y="6680957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DO CLUBE SR!!!</a:t>
            </a: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954F5F1C-E55F-4EE9-5A67-6E684CF2B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40" y="730792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D786EAC3-35F4-54BF-2A13-397C602CCB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39" y="743783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9E89CC-550F-0327-A784-B20A78FC0658}"/>
              </a:ext>
            </a:extLst>
          </p:cNvPr>
          <p:cNvGrpSpPr/>
          <p:nvPr/>
        </p:nvGrpSpPr>
        <p:grpSpPr>
          <a:xfrm>
            <a:off x="506112" y="6724803"/>
            <a:ext cx="692957" cy="810329"/>
            <a:chOff x="14714" y="6737912"/>
            <a:chExt cx="692957" cy="81032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8E4F006-CEC7-8384-F1C9-AB7E31E82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Reference5"/>
            <a:stretch>
              <a:fillRect/>
            </a:stretch>
          </p:blipFill>
          <p:spPr>
            <a:xfrm>
              <a:off x="14714" y="6861584"/>
              <a:ext cx="692957" cy="686657"/>
            </a:xfrm>
            <a:prstGeom prst="rect">
              <a:avLst/>
            </a:prstGeom>
          </p:spPr>
        </p:pic>
        <p:sp>
          <p:nvSpPr>
            <p:cNvPr id="18" name="WordArt 4">
              <a:extLst>
                <a:ext uri="{FF2B5EF4-FFF2-40B4-BE49-F238E27FC236}">
                  <a16:creationId xmlns:a16="http://schemas.microsoft.com/office/drawing/2014/main" id="{141C9598-42CB-06CA-20BB-1BAAA34F1D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320" y="6737912"/>
              <a:ext cx="628702" cy="89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04"/>
                </a:avLst>
              </a:prstTxWarp>
            </a:bodyPr>
            <a:lstStyle/>
            <a:p>
              <a:pPr algn="ctr"/>
              <a:r>
                <a:rPr lang="fi-FI" sz="40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Algerian" panose="04020705040A02060702" pitchFamily="82" charset="0"/>
                </a:rPr>
                <a:t>Baixe o app!!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D5A5EE9-5D6C-2846-E36D-01B8B335D3F7}"/>
                </a:ext>
              </a:extLst>
            </p:cNvPr>
            <p:cNvSpPr/>
            <p:nvPr/>
          </p:nvSpPr>
          <p:spPr>
            <a:xfrm>
              <a:off x="23671" y="6867409"/>
              <a:ext cx="684000" cy="68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4F5BAF5E-191F-E816-7D05-BCD841E17A4E}"/>
              </a:ext>
            </a:extLst>
          </p:cNvPr>
          <p:cNvPicPr>
            <a:picLocks noChangeAspect="1"/>
          </p:cNvPicPr>
          <p:nvPr/>
        </p:nvPicPr>
        <p:blipFill>
          <a:blip r:embed="rIdReference4"/>
          <a:stretch>
            <a:fillRect/>
          </a:stretch>
        </p:blipFill>
        <p:spPr>
          <a:xfrm rot="1772555">
            <a:off x="-26286" y="6476447"/>
            <a:ext cx="573310" cy="5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6772</TotalTime>
  <Words>45</Words>
  <Application>Microsoft Office PowerPoint</Application>
  <PresentationFormat>Personalizar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413</cp:revision>
  <cp:lastPrinted>2026-01-30T17:33:20Z</cp:lastPrinted>
  <dcterms:created xsi:type="dcterms:W3CDTF">2024-08-29T17:41:17Z</dcterms:created>
  <dcterms:modified xsi:type="dcterms:W3CDTF">2026-08-11T10:41:35Z</dcterms:modified>
</cp:coreProperties>
</file>