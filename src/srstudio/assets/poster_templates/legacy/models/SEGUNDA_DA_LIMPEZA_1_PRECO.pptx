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58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Reference1" Type="http://schemas.openxmlformats.org/officeDocument/2006/relationships/image" Target="../media/reference_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686" y="5897768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686" y="8549265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5370" y="6233533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311" y="8682581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6" name="SR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2993" y="2836058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SR_VALIDADE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69805" y="8884359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SR_CAMPANHA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37257" y="8555864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79877" y="9388914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79878" y="9566273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40</Words>
  <Application>Microsoft Office PowerPoint</Application>
  <PresentationFormat>Papel A4 (210 x 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897</cp:revision>
  <cp:lastPrinted>2026-08-05T17:36:47Z</cp:lastPrinted>
  <dcterms:created xsi:type="dcterms:W3CDTF">2024-08-29T17:41:17Z</dcterms:created>
  <dcterms:modified xsi:type="dcterms:W3CDTF">2026-08-05T19:02:19Z</dcterms:modified>
</cp:coreProperties>
</file>