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781" r:id="rId2"/>
  </p:sldIdLst>
  <p:sldSz cx="5400675" cy="7559675"/>
  <p:notesSz cx="6797675" cy="9926638"/>
  <p:defaultTextStyle>
    <a:defPPr>
      <a:defRPr lang="en-US"/>
    </a:defPPr>
    <a:lvl1pPr marL="0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4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5030" autoAdjust="0"/>
  </p:normalViewPr>
  <p:slideViewPr>
    <p:cSldViewPr snapToGrid="0" showGuides="1">
      <p:cViewPr varScale="1">
        <p:scale>
          <a:sx n="99" d="100"/>
          <a:sy n="99" d="100"/>
        </p:scale>
        <p:origin x="3258" y="84"/>
      </p:cViewPr>
      <p:guideLst>
        <p:guide pos="1701"/>
        <p:guide orient="horz" pos="113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4" y="23"/>
            <a:ext cx="2945029" cy="498419"/>
          </a:xfrm>
          <a:prstGeom prst="rect">
            <a:avLst/>
          </a:prstGeom>
        </p:spPr>
        <p:txBody>
          <a:bodyPr vert="horz" lIns="134245" tIns="67121" rIns="134245" bIns="67121" rtlCol="0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308" y="23"/>
            <a:ext cx="2945029" cy="498419"/>
          </a:xfrm>
          <a:prstGeom prst="rect">
            <a:avLst/>
          </a:prstGeom>
        </p:spPr>
        <p:txBody>
          <a:bodyPr vert="horz" lIns="134245" tIns="67121" rIns="134245" bIns="67121" rtlCol="0"/>
          <a:lstStyle>
            <a:lvl1pPr algn="r">
              <a:defRPr sz="1800"/>
            </a:lvl1pPr>
          </a:lstStyle>
          <a:p>
            <a:fld id="{A99A84D1-6678-42CF-98F3-A36343E278C0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03450" y="1241425"/>
            <a:ext cx="2390775" cy="3348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45" tIns="67121" rIns="134245" bIns="6712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0721" y="4777884"/>
            <a:ext cx="5436249" cy="3908525"/>
          </a:xfrm>
          <a:prstGeom prst="rect">
            <a:avLst/>
          </a:prstGeom>
        </p:spPr>
        <p:txBody>
          <a:bodyPr vert="horz" lIns="134245" tIns="67121" rIns="134245" bIns="67121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4" y="9428226"/>
            <a:ext cx="2945029" cy="498416"/>
          </a:xfrm>
          <a:prstGeom prst="rect">
            <a:avLst/>
          </a:prstGeom>
        </p:spPr>
        <p:txBody>
          <a:bodyPr vert="horz" lIns="134245" tIns="67121" rIns="134245" bIns="67121" rtlCol="0" anchor="b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308" y="9428226"/>
            <a:ext cx="2945029" cy="498416"/>
          </a:xfrm>
          <a:prstGeom prst="rect">
            <a:avLst/>
          </a:prstGeom>
        </p:spPr>
        <p:txBody>
          <a:bodyPr vert="horz" lIns="134245" tIns="67121" rIns="134245" bIns="67121" rtlCol="0" anchor="b"/>
          <a:lstStyle>
            <a:lvl1pPr algn="r">
              <a:defRPr sz="18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8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7" indent="0" algn="ctr">
              <a:buNone/>
              <a:defRPr sz="1181"/>
            </a:lvl2pPr>
            <a:lvl3pPr marL="540054" indent="0" algn="ctr">
              <a:buNone/>
              <a:defRPr sz="1063"/>
            </a:lvl3pPr>
            <a:lvl4pPr marL="810081" indent="0" algn="ctr">
              <a:buNone/>
              <a:defRPr sz="945"/>
            </a:lvl4pPr>
            <a:lvl5pPr marL="1080108" indent="0" algn="ctr">
              <a:buNone/>
              <a:defRPr sz="945"/>
            </a:lvl5pPr>
            <a:lvl6pPr marL="1350135" indent="0" algn="ctr">
              <a:buNone/>
              <a:defRPr sz="945"/>
            </a:lvl6pPr>
            <a:lvl7pPr marL="1620162" indent="0" algn="ctr">
              <a:buNone/>
              <a:defRPr sz="945"/>
            </a:lvl7pPr>
            <a:lvl8pPr marL="1890188" indent="0" algn="ctr">
              <a:buNone/>
              <a:defRPr sz="945"/>
            </a:lvl8pPr>
            <a:lvl9pPr marL="2160216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2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3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6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54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0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6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8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402486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2"/>
            <a:ext cx="2284738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2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2"/>
            <a:ext cx="2295990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2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1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4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1088457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1088457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7" indent="0">
              <a:buNone/>
              <a:defRPr sz="1654"/>
            </a:lvl2pPr>
            <a:lvl3pPr marL="540054" indent="0">
              <a:buNone/>
              <a:defRPr sz="1417"/>
            </a:lvl3pPr>
            <a:lvl4pPr marL="810081" indent="0">
              <a:buNone/>
              <a:defRPr sz="1181"/>
            </a:lvl4pPr>
            <a:lvl5pPr marL="1080108" indent="0">
              <a:buNone/>
              <a:defRPr sz="1181"/>
            </a:lvl5pPr>
            <a:lvl6pPr marL="1350135" indent="0">
              <a:buNone/>
              <a:defRPr sz="1181"/>
            </a:lvl6pPr>
            <a:lvl7pPr marL="1620162" indent="0">
              <a:buNone/>
              <a:defRPr sz="1181"/>
            </a:lvl7pPr>
            <a:lvl8pPr marL="1890188" indent="0">
              <a:buNone/>
              <a:defRPr sz="1181"/>
            </a:lvl8pPr>
            <a:lvl9pPr marL="2160216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00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8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402485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402485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190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8" y="402486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8" y="2012415"/>
            <a:ext cx="4658082" cy="479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5" y="7006702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5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5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3" indent="-135013" algn="l" defTabSz="54005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40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67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94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21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48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75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202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229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7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54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81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10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35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62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8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216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5514-661E-0965-41B0-7C067FA3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7D5B73F8-681A-F57C-3A59-2740734DA6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0659" y="3642990"/>
            <a:ext cx="513000" cy="3409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DE: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E5BAAEB9-75EB-01A7-79C5-33E683BB95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28478" y="5807127"/>
            <a:ext cx="1145018" cy="47215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ATACADO_PRECO">
            <a:extLst>
              <a:ext uri="{FF2B5EF4-FFF2-40B4-BE49-F238E27FC236}">
                <a16:creationId xmlns:a16="http://schemas.microsoft.com/office/drawing/2014/main" id="{60A1C391-9068-043F-F321-A9309668EDF9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74060" y="5283334"/>
            <a:ext cx="3724008" cy="145931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3,69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6CD3FD56-AB9F-E107-2E34-25E9096BCC5F}"/>
              </a:ext>
            </a:extLst>
          </p:cNvPr>
          <p:cNvCxnSpPr>
            <a:cxnSpLocks/>
          </p:cNvCxnSpPr>
          <p:nvPr/>
        </p:nvCxnSpPr>
        <p:spPr>
          <a:xfrm flipH="1">
            <a:off x="-1625600" y="1804914"/>
            <a:ext cx="14363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3FC5F756-6FEF-E7FE-C6FB-A51DB7A66D99}"/>
              </a:ext>
            </a:extLst>
          </p:cNvPr>
          <p:cNvSpPr/>
          <p:nvPr/>
        </p:nvSpPr>
        <p:spPr>
          <a:xfrm>
            <a:off x="5625961" y="6672105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AC79C050-3EB7-9E2E-D547-AB5A2D93E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957" y="133637"/>
            <a:ext cx="1896756" cy="124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79C4DF42-FE9C-3ED9-22C8-4E10FA04589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86884" y="6451042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66B822B8-23C0-CEB4-5E00-7189D9E26D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-1625601" y="1523560"/>
            <a:ext cx="1436306" cy="28134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LIMITE DE CIMA OFERTA</a:t>
            </a:r>
          </a:p>
        </p:txBody>
      </p:sp>
      <p:sp>
        <p:nvSpPr>
          <p:cNvPr id="4" name="WordArt 4">
            <a:extLst>
              <a:ext uri="{FF2B5EF4-FFF2-40B4-BE49-F238E27FC236}">
                <a16:creationId xmlns:a16="http://schemas.microsoft.com/office/drawing/2014/main" id="{90FB0F09-BC1C-54A4-5127-FD23EC1C0C2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54424" y="6694910"/>
            <a:ext cx="2291825" cy="52502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456"/>
              </a:avLst>
            </a:prstTxWarp>
          </a:bodyPr>
          <a:lstStyle/>
          <a:p>
            <a:pPr algn="ctr"/>
            <a:endParaRPr lang="pt-BR" sz="3616" i="1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2" name="WordArt 4">
            <a:extLst>
              <a:ext uri="{FF2B5EF4-FFF2-40B4-BE49-F238E27FC236}">
                <a16:creationId xmlns:a16="http://schemas.microsoft.com/office/drawing/2014/main" id="{7866D266-1AB8-6B89-CC18-9C29B9AD94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19249" y="6977466"/>
            <a:ext cx="2433484" cy="47215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Válidas SOMENTE 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A PARTIR  DA QUANTIDADE 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DE ATACADO!!</a:t>
            </a:r>
          </a:p>
        </p:txBody>
      </p:sp>
      <p:sp>
        <p:nvSpPr>
          <p:cNvPr id="6" name="SR_ATACADO_NOME">
            <a:extLst>
              <a:ext uri="{FF2B5EF4-FFF2-40B4-BE49-F238E27FC236}">
                <a16:creationId xmlns:a16="http://schemas.microsoft.com/office/drawing/2014/main" id="{C887947F-E785-07C2-C9DB-A285C72C85B7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74060" y="1454619"/>
            <a:ext cx="4852551" cy="19536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622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SABONETE PROTEX</a:t>
            </a:r>
          </a:p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FRAGRÂNCIAS 85G</a:t>
            </a:r>
          </a:p>
        </p:txBody>
      </p:sp>
      <p:sp>
        <p:nvSpPr>
          <p:cNvPr id="8" name="SR_ATACADO_QUANTIDADE">
            <a:extLst>
              <a:ext uri="{FF2B5EF4-FFF2-40B4-BE49-F238E27FC236}">
                <a16:creationId xmlns:a16="http://schemas.microsoft.com/office/drawing/2014/main" id="{FBA4E4BB-EA3B-F0A7-E2F2-7D37C7590B3C}"/>
              </a:ext>
            </a:extLst>
          </p:cNvPr>
          <p:cNvSpPr/>
          <p:nvPr/>
        </p:nvSpPr>
        <p:spPr>
          <a:xfrm>
            <a:off x="-2848" y="6834593"/>
            <a:ext cx="1412129" cy="3066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12 UN SAI A:</a:t>
            </a:r>
          </a:p>
        </p:txBody>
      </p:sp>
      <p:sp>
        <p:nvSpPr>
          <p:cNvPr id="9" name="WordArt 4">
            <a:extLst>
              <a:ext uri="{FF2B5EF4-FFF2-40B4-BE49-F238E27FC236}">
                <a16:creationId xmlns:a16="http://schemas.microsoft.com/office/drawing/2014/main" id="{319C59E9-1D23-E3EA-C2DD-3CCED5F8C7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527888" y="5005495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06/08/2025</a:t>
            </a:r>
          </a:p>
        </p:txBody>
      </p:sp>
      <p:sp>
        <p:nvSpPr>
          <p:cNvPr id="10" name="WordArt 4">
            <a:extLst>
              <a:ext uri="{FF2B5EF4-FFF2-40B4-BE49-F238E27FC236}">
                <a16:creationId xmlns:a16="http://schemas.microsoft.com/office/drawing/2014/main" id="{F1D521C9-013D-70AB-88CE-5E6CBE8ADB8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00020" y="4755628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imbatíveis!!!</a:t>
            </a:r>
          </a:p>
        </p:txBody>
      </p:sp>
      <p:sp>
        <p:nvSpPr>
          <p:cNvPr id="11" name="WordArt 4">
            <a:extLst>
              <a:ext uri="{FF2B5EF4-FFF2-40B4-BE49-F238E27FC236}">
                <a16:creationId xmlns:a16="http://schemas.microsoft.com/office/drawing/2014/main" id="{E07F9039-7DC0-3075-08A5-A16137782F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60421" y="5394010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18" name="WordArt 6">
            <a:extLst>
              <a:ext uri="{FF2B5EF4-FFF2-40B4-BE49-F238E27FC236}">
                <a16:creationId xmlns:a16="http://schemas.microsoft.com/office/drawing/2014/main" id="{110A6B83-6E35-D481-EC76-A439F6F08DA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41773" y="4142780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21" name="SR_ATACADO_VAREJO">
            <a:extLst>
              <a:ext uri="{FF2B5EF4-FFF2-40B4-BE49-F238E27FC236}">
                <a16:creationId xmlns:a16="http://schemas.microsoft.com/office/drawing/2014/main" id="{CF15C4BD-2720-16A8-8FBC-2E1361DF5D98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212437" y="3712909"/>
            <a:ext cx="2209296" cy="83730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5,83</a:t>
            </a:r>
          </a:p>
        </p:txBody>
      </p:sp>
      <p:sp>
        <p:nvSpPr>
          <p:cNvPr id="25" name="WordArt 6">
            <a:extLst>
              <a:ext uri="{FF2B5EF4-FFF2-40B4-BE49-F238E27FC236}">
                <a16:creationId xmlns:a16="http://schemas.microsoft.com/office/drawing/2014/main" id="{F1FF3229-09C1-D8B0-836B-B392B616B6C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87497" y="3801322"/>
            <a:ext cx="1201481" cy="45743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5" name="SR_ATACADO_TOTAL">
            <a:extLst>
              <a:ext uri="{FF2B5EF4-FFF2-40B4-BE49-F238E27FC236}">
                <a16:creationId xmlns:a16="http://schemas.microsoft.com/office/drawing/2014/main" id="{329150ED-208B-085A-E2DC-37DE618A4E97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505782" y="6708501"/>
            <a:ext cx="1215791" cy="52501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</a:t>
            </a:r>
            <a:r>
              <a:rPr lang="pt-BR" sz="3616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$ 44,28</a:t>
            </a:r>
            <a:endParaRPr lang="pt-BR" sz="3616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3" name="SR_ATACADO_QUANTIDADE_2">
            <a:extLst>
              <a:ext uri="{FF2B5EF4-FFF2-40B4-BE49-F238E27FC236}">
                <a16:creationId xmlns:a16="http://schemas.microsoft.com/office/drawing/2014/main" id="{3BA9E016-39AA-9DD6-291C-261F3CBB5D87}"/>
              </a:ext>
            </a:extLst>
          </p:cNvPr>
          <p:cNvSpPr/>
          <p:nvPr/>
        </p:nvSpPr>
        <p:spPr>
          <a:xfrm>
            <a:off x="1676413" y="4706610"/>
            <a:ext cx="3724009" cy="4470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500" b="1" dirty="0"/>
              <a:t>NA COMPRA A PARTIR DE 12 A UNIDADE SAI POR APENAS: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3808FF7-4C5C-8032-B7C5-B9BCFF8CF991}"/>
              </a:ext>
            </a:extLst>
          </p:cNvPr>
          <p:cNvSpPr/>
          <p:nvPr/>
        </p:nvSpPr>
        <p:spPr>
          <a:xfrm>
            <a:off x="-17838" y="4706610"/>
            <a:ext cx="1733416" cy="4470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u="sng" dirty="0"/>
              <a:t>ATACADO</a:t>
            </a:r>
            <a:r>
              <a:rPr lang="pt-BR" sz="1800" b="1" u="sng" dirty="0"/>
              <a:t>:</a:t>
            </a:r>
            <a:endParaRPr lang="pt-BR" sz="1600" b="1" u="sng" dirty="0"/>
          </a:p>
        </p:txBody>
      </p:sp>
    </p:spTree>
    <p:extLst>
      <p:ext uri="{BB962C8B-B14F-4D97-AF65-F5344CB8AC3E}">
        <p14:creationId xmlns:p14="http://schemas.microsoft.com/office/powerpoint/2010/main" val="4168281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14616</TotalTime>
  <Words>64</Words>
  <Application>Microsoft Office PowerPoint</Application>
  <PresentationFormat>Personalizar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478</cp:revision>
  <cp:lastPrinted>2026-08-03T12:53:51Z</cp:lastPrinted>
  <dcterms:created xsi:type="dcterms:W3CDTF">2024-08-29T17:41:17Z</dcterms:created>
  <dcterms:modified xsi:type="dcterms:W3CDTF">2026-08-10T21:30:04Z</dcterms:modified>
</cp:coreProperties>
</file>