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1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77" d="100"/>
          <a:sy n="77" d="100"/>
        </p:scale>
        <p:origin x="3240" y="102"/>
      </p:cViewPr>
      <p:guideLst>
        <p:guide pos="2160"/>
        <p:guide orient="horz" pos="148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16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041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5913" tIns="67930" rIns="135913" bIns="6793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42" y="4926264"/>
            <a:ext cx="5681274" cy="4029788"/>
          </a:xfrm>
          <a:prstGeom prst="rect">
            <a:avLst/>
          </a:prstGeom>
        </p:spPr>
        <p:txBody>
          <a:bodyPr vert="horz" lIns="135913" tIns="67930" rIns="135913" bIns="6793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16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041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57438" y="1279525"/>
            <a:ext cx="2389187" cy="34528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0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2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4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6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6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3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0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29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Reference1" Type="http://schemas.openxmlformats.org/officeDocument/2006/relationships/image" Target="../media/reference_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753" y="5907862"/>
            <a:ext cx="750188" cy="4657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753" y="8559359"/>
            <a:ext cx="1525810" cy="7305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 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8437" y="6243627"/>
            <a:ext cx="5601074" cy="2214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4592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32,77</a:t>
            </a:r>
            <a:endParaRPr lang="pt-BR" sz="4592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7179417" y="8600868"/>
            <a:ext cx="2373324" cy="9972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955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044" y="8622576"/>
            <a:ext cx="1454618" cy="95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94456" y="8345006"/>
            <a:ext cx="2054329" cy="3024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6" name="SR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6060" y="2846152"/>
            <a:ext cx="6147378" cy="264683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CAFÉ CAJUBA</a:t>
            </a:r>
          </a:p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MOIDO NA HORA 500G</a:t>
            </a:r>
          </a:p>
        </p:txBody>
      </p:sp>
      <p:sp>
        <p:nvSpPr>
          <p:cNvPr id="2" name="SR_VALIDADE">
            <a:extLst>
              <a:ext uri="{FF2B5EF4-FFF2-40B4-BE49-F238E27FC236}">
                <a16:creationId xmlns:a16="http://schemas.microsoft.com/office/drawing/2014/main" id="{EF55571F-8EDD-EBEE-779D-C4BE24E86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72872" y="8894453"/>
            <a:ext cx="1718806" cy="4746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05/08/2026</a:t>
            </a:r>
          </a:p>
        </p:txBody>
      </p:sp>
      <p:sp>
        <p:nvSpPr>
          <p:cNvPr id="4" name="SR_CAMPANHA">
            <a:extLst>
              <a:ext uri="{FF2B5EF4-FFF2-40B4-BE49-F238E27FC236}">
                <a16:creationId xmlns:a16="http://schemas.microsoft.com/office/drawing/2014/main" id="{0F809A4B-9F8F-1E11-3326-C3B3FF0106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40324" y="8565958"/>
            <a:ext cx="2805455" cy="2985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EF7F0304-37DE-A912-C9FD-8B2A8A5BA0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06248" y="9375321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C38681C7-9355-09AD-4F17-15F6FEB88D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82946" y="9506268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sp>
        <p:nvSpPr>
          <p:cNvPr id="8" name="SR_LIMITE">
            <a:extLst>
              <a:ext uri="{FF2B5EF4-FFF2-40B4-BE49-F238E27FC236}">
                <a16:creationId xmlns:a16="http://schemas.microsoft.com/office/drawing/2014/main" id="{F9B70582-77E7-52C8-803D-E0656375C1C7}"/>
              </a:ext>
            </a:extLst>
          </p:cNvPr>
          <p:cNvSpPr/>
          <p:nvPr/>
        </p:nvSpPr>
        <p:spPr>
          <a:xfrm>
            <a:off x="1118293" y="5600508"/>
            <a:ext cx="5145866" cy="49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LIMITE DE 6UN POR CPF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34447</TotalTime>
  <Words>41</Words>
  <Application>Microsoft Office PowerPoint</Application>
  <PresentationFormat>Papel A4 (210 x 297 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898</cp:revision>
  <cp:lastPrinted>2026-08-05T17:36:47Z</cp:lastPrinted>
  <dcterms:created xsi:type="dcterms:W3CDTF">2024-08-29T17:41:17Z</dcterms:created>
  <dcterms:modified xsi:type="dcterms:W3CDTF">2026-08-10T21:10:37Z</dcterms:modified>
</cp:coreProperties>
</file>