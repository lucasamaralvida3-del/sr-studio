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6" r:id="rId2"/>
  </p:sldIdLst>
  <p:sldSz cx="5376863" cy="7169150" type="B5ISO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694" userDrawn="1">
          <p15:clr>
            <a:srgbClr val="A4A3A4"/>
          </p15:clr>
        </p15:guide>
        <p15:guide id="3" orient="horz" pos="1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4" autoAdjust="0"/>
    <p:restoredTop sz="96374" autoAdjust="0"/>
  </p:normalViewPr>
  <p:slideViewPr>
    <p:cSldViewPr snapToGrid="0" showGuides="1">
      <p:cViewPr varScale="1">
        <p:scale>
          <a:sx n="110" d="100"/>
          <a:sy n="110" d="100"/>
        </p:scale>
        <p:origin x="3036" y="78"/>
      </p:cViewPr>
      <p:guideLst>
        <p:guide pos="1694"/>
        <p:guide orient="horz" pos="1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99" y="90"/>
            <a:ext cx="3077769" cy="513883"/>
          </a:xfrm>
          <a:prstGeom prst="rect">
            <a:avLst/>
          </a:prstGeom>
        </p:spPr>
        <p:txBody>
          <a:bodyPr vert="horz" lIns="138354" tIns="69157" rIns="138354" bIns="69157" rtlCol="0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22" y="90"/>
            <a:ext cx="3077769" cy="513883"/>
          </a:xfrm>
          <a:prstGeom prst="rect">
            <a:avLst/>
          </a:prstGeom>
        </p:spPr>
        <p:txBody>
          <a:bodyPr vert="horz" lIns="138354" tIns="69157" rIns="138354" bIns="69157" rtlCol="0"/>
          <a:lstStyle>
            <a:lvl1pPr algn="r">
              <a:defRPr sz="1900"/>
            </a:lvl1pPr>
          </a:lstStyle>
          <a:p>
            <a:fld id="{A99A84D1-6678-42CF-98F3-A36343E278C0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57425" y="1277938"/>
            <a:ext cx="2589213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354" tIns="69157" rIns="138354" bIns="6915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1407" y="4926182"/>
            <a:ext cx="5681273" cy="4029790"/>
          </a:xfrm>
          <a:prstGeom prst="rect">
            <a:avLst/>
          </a:prstGeom>
        </p:spPr>
        <p:txBody>
          <a:bodyPr vert="horz" lIns="138354" tIns="69157" rIns="138354" bIns="69157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99" y="9720741"/>
            <a:ext cx="3077769" cy="513881"/>
          </a:xfrm>
          <a:prstGeom prst="rect">
            <a:avLst/>
          </a:prstGeom>
        </p:spPr>
        <p:txBody>
          <a:bodyPr vert="horz" lIns="138354" tIns="69157" rIns="138354" bIns="69157" rtlCol="0" anchor="b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22" y="9720741"/>
            <a:ext cx="3077769" cy="513881"/>
          </a:xfrm>
          <a:prstGeom prst="rect">
            <a:avLst/>
          </a:prstGeom>
        </p:spPr>
        <p:txBody>
          <a:bodyPr vert="horz" lIns="138354" tIns="69157" rIns="138354" bIns="69157" rtlCol="0" anchor="b"/>
          <a:lstStyle>
            <a:lvl1pPr algn="r">
              <a:defRPr sz="19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1pPr>
    <a:lvl2pPr marL="442498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2pPr>
    <a:lvl3pPr marL="884995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3pPr>
    <a:lvl4pPr marL="1327493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4pPr>
    <a:lvl5pPr marL="1769990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5pPr>
    <a:lvl6pPr marL="2212488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6pPr>
    <a:lvl7pPr marL="2654986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7pPr>
    <a:lvl8pPr marL="3097483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8pPr>
    <a:lvl9pPr marL="3539981" algn="l" defTabSz="884995" rtl="0" eaLnBrk="1" latinLnBrk="0" hangingPunct="1">
      <a:defRPr sz="11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265" y="1173285"/>
            <a:ext cx="4570334" cy="2495926"/>
          </a:xfrm>
        </p:spPr>
        <p:txBody>
          <a:bodyPr anchor="b"/>
          <a:lstStyle>
            <a:lvl1pPr algn="ctr">
              <a:defRPr sz="35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2108" y="3765464"/>
            <a:ext cx="4032647" cy="1730885"/>
          </a:xfrm>
        </p:spPr>
        <p:txBody>
          <a:bodyPr/>
          <a:lstStyle>
            <a:lvl1pPr marL="0" indent="0" algn="ctr">
              <a:buNone/>
              <a:defRPr sz="1411"/>
            </a:lvl1pPr>
            <a:lvl2pPr marL="268834" indent="0" algn="ctr">
              <a:buNone/>
              <a:defRPr sz="1176"/>
            </a:lvl2pPr>
            <a:lvl3pPr marL="537667" indent="0" algn="ctr">
              <a:buNone/>
              <a:defRPr sz="1058"/>
            </a:lvl3pPr>
            <a:lvl4pPr marL="806501" indent="0" algn="ctr">
              <a:buNone/>
              <a:defRPr sz="941"/>
            </a:lvl4pPr>
            <a:lvl5pPr marL="1075334" indent="0" algn="ctr">
              <a:buNone/>
              <a:defRPr sz="941"/>
            </a:lvl5pPr>
            <a:lvl6pPr marL="1344168" indent="0" algn="ctr">
              <a:buNone/>
              <a:defRPr sz="941"/>
            </a:lvl6pPr>
            <a:lvl7pPr marL="1613002" indent="0" algn="ctr">
              <a:buNone/>
              <a:defRPr sz="941"/>
            </a:lvl7pPr>
            <a:lvl8pPr marL="1881835" indent="0" algn="ctr">
              <a:buNone/>
              <a:defRPr sz="941"/>
            </a:lvl8pPr>
            <a:lvl9pPr marL="2150669" indent="0" algn="ctr">
              <a:buNone/>
              <a:defRPr sz="941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71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16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59" y="1787311"/>
            <a:ext cx="4637544" cy="2982167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859" y="4797690"/>
            <a:ext cx="4637544" cy="1568251"/>
          </a:xfrm>
        </p:spPr>
        <p:txBody>
          <a:bodyPr/>
          <a:lstStyle>
            <a:lvl1pPr marL="0" indent="0">
              <a:buNone/>
              <a:defRPr sz="1411">
                <a:solidFill>
                  <a:schemeClr val="tx1"/>
                </a:solidFill>
              </a:defRPr>
            </a:lvl1pPr>
            <a:lvl2pPr marL="26883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2pPr>
            <a:lvl3pPr marL="537667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3pPr>
            <a:lvl4pPr marL="806501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4pPr>
            <a:lvl5pPr marL="1075334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5pPr>
            <a:lvl6pPr marL="1344168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6pPr>
            <a:lvl7pPr marL="1613002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7pPr>
            <a:lvl8pPr marL="1881835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8pPr>
            <a:lvl9pPr marL="2150669" indent="0">
              <a:buNone/>
              <a:defRPr sz="9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905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9659" y="1908454"/>
            <a:ext cx="2285167" cy="4548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2037" y="1908454"/>
            <a:ext cx="2285167" cy="45487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83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381693"/>
            <a:ext cx="4637544" cy="138570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360" y="1757438"/>
            <a:ext cx="2274665" cy="861293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60" y="2618731"/>
            <a:ext cx="2274665" cy="38517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22037" y="1757438"/>
            <a:ext cx="2285867" cy="861293"/>
          </a:xfrm>
        </p:spPr>
        <p:txBody>
          <a:bodyPr anchor="b"/>
          <a:lstStyle>
            <a:lvl1pPr marL="0" indent="0">
              <a:buNone/>
              <a:defRPr sz="1411" b="1"/>
            </a:lvl1pPr>
            <a:lvl2pPr marL="268834" indent="0">
              <a:buNone/>
              <a:defRPr sz="1176" b="1"/>
            </a:lvl2pPr>
            <a:lvl3pPr marL="537667" indent="0">
              <a:buNone/>
              <a:defRPr sz="1058" b="1"/>
            </a:lvl3pPr>
            <a:lvl4pPr marL="806501" indent="0">
              <a:buNone/>
              <a:defRPr sz="941" b="1"/>
            </a:lvl4pPr>
            <a:lvl5pPr marL="1075334" indent="0">
              <a:buNone/>
              <a:defRPr sz="941" b="1"/>
            </a:lvl5pPr>
            <a:lvl6pPr marL="1344168" indent="0">
              <a:buNone/>
              <a:defRPr sz="941" b="1"/>
            </a:lvl6pPr>
            <a:lvl7pPr marL="1613002" indent="0">
              <a:buNone/>
              <a:defRPr sz="941" b="1"/>
            </a:lvl7pPr>
            <a:lvl8pPr marL="1881835" indent="0">
              <a:buNone/>
              <a:defRPr sz="941" b="1"/>
            </a:lvl8pPr>
            <a:lvl9pPr marL="2150669" indent="0">
              <a:buNone/>
              <a:defRPr sz="94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22037" y="2618731"/>
            <a:ext cx="2285867" cy="38517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58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00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64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477943"/>
            <a:ext cx="1734178" cy="1672802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867" y="1032226"/>
            <a:ext cx="2722037" cy="5094743"/>
          </a:xfrm>
        </p:spPr>
        <p:txBody>
          <a:bodyPr/>
          <a:lstStyle>
            <a:lvl1pPr>
              <a:defRPr sz="1882"/>
            </a:lvl1pPr>
            <a:lvl2pPr>
              <a:defRPr sz="1646"/>
            </a:lvl2pPr>
            <a:lvl3pPr>
              <a:defRPr sz="1411"/>
            </a:lvl3pPr>
            <a:lvl4pPr>
              <a:defRPr sz="1176"/>
            </a:lvl4pPr>
            <a:lvl5pPr>
              <a:defRPr sz="1176"/>
            </a:lvl5pPr>
            <a:lvl6pPr>
              <a:defRPr sz="1176"/>
            </a:lvl6pPr>
            <a:lvl7pPr>
              <a:defRPr sz="1176"/>
            </a:lvl7pPr>
            <a:lvl8pPr>
              <a:defRPr sz="1176"/>
            </a:lvl8pPr>
            <a:lvl9pPr>
              <a:defRPr sz="117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0360" y="2150745"/>
            <a:ext cx="1734178" cy="3984521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554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60" y="477943"/>
            <a:ext cx="1734178" cy="1672802"/>
          </a:xfrm>
        </p:spPr>
        <p:txBody>
          <a:bodyPr anchor="b"/>
          <a:lstStyle>
            <a:lvl1pPr>
              <a:defRPr sz="188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867" y="1032226"/>
            <a:ext cx="2722037" cy="5094743"/>
          </a:xfrm>
        </p:spPr>
        <p:txBody>
          <a:bodyPr anchor="t"/>
          <a:lstStyle>
            <a:lvl1pPr marL="0" indent="0">
              <a:buNone/>
              <a:defRPr sz="1882"/>
            </a:lvl1pPr>
            <a:lvl2pPr marL="268834" indent="0">
              <a:buNone/>
              <a:defRPr sz="1646"/>
            </a:lvl2pPr>
            <a:lvl3pPr marL="537667" indent="0">
              <a:buNone/>
              <a:defRPr sz="1411"/>
            </a:lvl3pPr>
            <a:lvl4pPr marL="806501" indent="0">
              <a:buNone/>
              <a:defRPr sz="1176"/>
            </a:lvl4pPr>
            <a:lvl5pPr marL="1075334" indent="0">
              <a:buNone/>
              <a:defRPr sz="1176"/>
            </a:lvl5pPr>
            <a:lvl6pPr marL="1344168" indent="0">
              <a:buNone/>
              <a:defRPr sz="1176"/>
            </a:lvl6pPr>
            <a:lvl7pPr marL="1613002" indent="0">
              <a:buNone/>
              <a:defRPr sz="1176"/>
            </a:lvl7pPr>
            <a:lvl8pPr marL="1881835" indent="0">
              <a:buNone/>
              <a:defRPr sz="1176"/>
            </a:lvl8pPr>
            <a:lvl9pPr marL="2150669" indent="0">
              <a:buNone/>
              <a:defRPr sz="117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0360" y="2150745"/>
            <a:ext cx="1734178" cy="3984521"/>
          </a:xfrm>
        </p:spPr>
        <p:txBody>
          <a:bodyPr/>
          <a:lstStyle>
            <a:lvl1pPr marL="0" indent="0">
              <a:buNone/>
              <a:defRPr sz="941"/>
            </a:lvl1pPr>
            <a:lvl2pPr marL="268834" indent="0">
              <a:buNone/>
              <a:defRPr sz="823"/>
            </a:lvl2pPr>
            <a:lvl3pPr marL="537667" indent="0">
              <a:buNone/>
              <a:defRPr sz="706"/>
            </a:lvl3pPr>
            <a:lvl4pPr marL="806501" indent="0">
              <a:buNone/>
              <a:defRPr sz="588"/>
            </a:lvl4pPr>
            <a:lvl5pPr marL="1075334" indent="0">
              <a:buNone/>
              <a:defRPr sz="588"/>
            </a:lvl5pPr>
            <a:lvl6pPr marL="1344168" indent="0">
              <a:buNone/>
              <a:defRPr sz="588"/>
            </a:lvl6pPr>
            <a:lvl7pPr marL="1613002" indent="0">
              <a:buNone/>
              <a:defRPr sz="588"/>
            </a:lvl7pPr>
            <a:lvl8pPr marL="1881835" indent="0">
              <a:buNone/>
              <a:defRPr sz="588"/>
            </a:lvl8pPr>
            <a:lvl9pPr marL="2150669" indent="0">
              <a:buNone/>
              <a:defRPr sz="58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05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34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47818" y="381691"/>
            <a:ext cx="1159386" cy="607552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9660" y="381691"/>
            <a:ext cx="3410947" cy="607552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9660" y="381693"/>
            <a:ext cx="4637544" cy="138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9660" y="1908454"/>
            <a:ext cx="4637544" cy="454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9659" y="6644741"/>
            <a:ext cx="1209794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1086" y="6644741"/>
            <a:ext cx="1814691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97410" y="6644741"/>
            <a:ext cx="1209794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32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37667" rtl="0" eaLnBrk="1" latinLnBrk="0" hangingPunct="1">
        <a:lnSpc>
          <a:spcPct val="90000"/>
        </a:lnSpc>
        <a:spcBef>
          <a:spcPct val="0"/>
        </a:spcBef>
        <a:buNone/>
        <a:defRPr sz="2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417" indent="-134417" algn="l" defTabSz="537667" rtl="0" eaLnBrk="1" latinLnBrk="0" hangingPunct="1">
        <a:lnSpc>
          <a:spcPct val="90000"/>
        </a:lnSpc>
        <a:spcBef>
          <a:spcPts val="588"/>
        </a:spcBef>
        <a:buFont typeface="Arial" panose="020B0604020202020204" pitchFamily="34" charset="0"/>
        <a:buChar char="•"/>
        <a:defRPr sz="1646" kern="1200">
          <a:solidFill>
            <a:schemeClr val="tx1"/>
          </a:solidFill>
          <a:latin typeface="+mn-lt"/>
          <a:ea typeface="+mn-ea"/>
          <a:cs typeface="+mn-cs"/>
        </a:defRPr>
      </a:lvl1pPr>
      <a:lvl2pPr marL="403250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411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3pPr>
      <a:lvl4pPr marL="9409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209751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747418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2016252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285086" indent="-134417" algn="l" defTabSz="537667" rtl="0" eaLnBrk="1" latinLnBrk="0" hangingPunct="1">
        <a:lnSpc>
          <a:spcPct val="90000"/>
        </a:lnSpc>
        <a:spcBef>
          <a:spcPts val="294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688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3pPr>
      <a:lvl4pPr marL="806501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4pPr>
      <a:lvl5pPr marL="1075334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5pPr>
      <a:lvl6pPr marL="1344168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6pPr>
      <a:lvl7pPr marL="1613002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7pPr>
      <a:lvl8pPr marL="1881835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8pPr>
      <a:lvl9pPr marL="2150669" algn="l" defTabSz="537667" rtl="0" eaLnBrk="1" latinLnBrk="0" hangingPunct="1">
        <a:defRPr sz="10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Reference1" Type="http://schemas.openxmlformats.org/officeDocument/2006/relationships/image" Target="../media/reference_image2.png"/><Relationship Id="rIdReference2" Type="http://schemas.openxmlformats.org/officeDocument/2006/relationships/image" Target="../media/reference_image1.png"/><Relationship Id="rIdReference4" Type="http://schemas.openxmlformats.org/officeDocument/2006/relationships/image" Target="../media/reference_image4.png"/><Relationship Id="rIdReference5" Type="http://schemas.openxmlformats.org/officeDocument/2006/relationships/image" Target="../media/reference_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R_PRODUTO">
            <a:extLst>
              <a:ext uri="{FF2B5EF4-FFF2-40B4-BE49-F238E27FC236}">
                <a16:creationId xmlns:a16="http://schemas.microsoft.com/office/drawing/2014/main" id="{2F4FB5AC-4F12-9018-8C64-6CEED7170C7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7423" y="1840030"/>
            <a:ext cx="4405745" cy="136700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792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WHISKY JOHNNIE</a:t>
            </a:r>
          </a:p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WALKER RED LABEL 1L</a:t>
            </a:r>
          </a:p>
        </p:txBody>
      </p:sp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4889" y="3397631"/>
            <a:ext cx="561806" cy="24886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SR_UNIDADE_PROMO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8356" y="3781642"/>
            <a:ext cx="768834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15" name="SR_PRECO_PROMO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25154" y="3254565"/>
            <a:ext cx="3685798" cy="9104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9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92,77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5563072" y="6476845"/>
            <a:ext cx="1868993" cy="7853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718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Reference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812" y="6416362"/>
            <a:ext cx="1145512" cy="75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603264" y="6237803"/>
            <a:ext cx="1617784" cy="23815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9" name="WordArt 6">
            <a:extLst>
              <a:ext uri="{FF2B5EF4-FFF2-40B4-BE49-F238E27FC236}">
                <a16:creationId xmlns:a16="http://schemas.microsoft.com/office/drawing/2014/main" id="{F9ECAE6A-502F-84C4-1D04-9991F101EB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7387" y="4738127"/>
            <a:ext cx="590773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1" name="SR_UNIDADE_CLUBE">
            <a:extLst>
              <a:ext uri="{FF2B5EF4-FFF2-40B4-BE49-F238E27FC236}">
                <a16:creationId xmlns:a16="http://schemas.microsoft.com/office/drawing/2014/main" id="{56CE9264-DD8D-BDC6-CE6E-26F067F7E9C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4435" y="5536965"/>
            <a:ext cx="768834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FE946C4-F466-CEB8-4447-C1B49EFE6F93}"/>
              </a:ext>
            </a:extLst>
          </p:cNvPr>
          <p:cNvCxnSpPr>
            <a:cxnSpLocks/>
          </p:cNvCxnSpPr>
          <p:nvPr/>
        </p:nvCxnSpPr>
        <p:spPr>
          <a:xfrm>
            <a:off x="910785" y="6245857"/>
            <a:ext cx="0" cy="7582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Imagem 46">
            <a:extLst>
              <a:ext uri="{FF2B5EF4-FFF2-40B4-BE49-F238E27FC236}">
                <a16:creationId xmlns:a16="http://schemas.microsoft.com/office/drawing/2014/main" id="{6C9227A2-EA73-B1B0-7B70-DFC30BB9D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Reference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5" y="4278329"/>
            <a:ext cx="5400675" cy="246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R_LIMITE">
            <a:extLst>
              <a:ext uri="{FF2B5EF4-FFF2-40B4-BE49-F238E27FC236}">
                <a16:creationId xmlns:a16="http://schemas.microsoft.com/office/drawing/2014/main" id="{61227060-9D83-D3D3-1E79-BF4CC43EDA83}"/>
              </a:ext>
            </a:extLst>
          </p:cNvPr>
          <p:cNvSpPr/>
          <p:nvPr/>
        </p:nvSpPr>
        <p:spPr>
          <a:xfrm>
            <a:off x="1774151" y="4517866"/>
            <a:ext cx="1956101" cy="2202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/>
              <a:t>LIMITE DE 6CX POR CPF</a:t>
            </a:r>
          </a:p>
        </p:txBody>
      </p:sp>
      <p:sp>
        <p:nvSpPr>
          <p:cNvPr id="14" name="SR_PRECO_CLUBE">
            <a:extLst>
              <a:ext uri="{FF2B5EF4-FFF2-40B4-BE49-F238E27FC236}">
                <a16:creationId xmlns:a16="http://schemas.microsoft.com/office/drawing/2014/main" id="{E4491C1F-3E2E-AD95-C008-DC6F6B23F4F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7662" y="4788470"/>
            <a:ext cx="3846847" cy="128375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48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89,64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465C89A-852A-2553-F323-D32BCA142B55}"/>
              </a:ext>
            </a:extLst>
          </p:cNvPr>
          <p:cNvPicPr>
            <a:picLocks noChangeAspect="1"/>
          </p:cNvPicPr>
          <p:nvPr/>
        </p:nvPicPr>
        <p:blipFill>
          <a:blip r:embed="rIdReference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57"/>
          <a:stretch>
            <a:fillRect/>
          </a:stretch>
        </p:blipFill>
        <p:spPr>
          <a:xfrm>
            <a:off x="120207" y="6245857"/>
            <a:ext cx="703702" cy="73730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09EA5AF2-0A25-B26A-CB83-6095791CBFAD}"/>
              </a:ext>
            </a:extLst>
          </p:cNvPr>
          <p:cNvPicPr>
            <a:picLocks noChangeAspect="1"/>
          </p:cNvPicPr>
          <p:nvPr/>
        </p:nvPicPr>
        <p:blipFill>
          <a:blip r:embed="rIdReference4"/>
          <a:stretch>
            <a:fillRect/>
          </a:stretch>
        </p:blipFill>
        <p:spPr>
          <a:xfrm>
            <a:off x="997662" y="6298674"/>
            <a:ext cx="667160" cy="661095"/>
          </a:xfrm>
          <a:prstGeom prst="rect">
            <a:avLst/>
          </a:prstGeom>
        </p:spPr>
      </p:pic>
      <p:sp>
        <p:nvSpPr>
          <p:cNvPr id="6" name="SR_VALIDADE">
            <a:extLst>
              <a:ext uri="{FF2B5EF4-FFF2-40B4-BE49-F238E27FC236}">
                <a16:creationId xmlns:a16="http://schemas.microsoft.com/office/drawing/2014/main" id="{3048073B-3759-ABD3-1258-D6975395FD7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89436" y="6360272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09/08/2026</a:t>
            </a:r>
          </a:p>
        </p:txBody>
      </p:sp>
      <p:sp>
        <p:nvSpPr>
          <p:cNvPr id="16" name="SR_CAMPANHA">
            <a:extLst>
              <a:ext uri="{FF2B5EF4-FFF2-40B4-BE49-F238E27FC236}">
                <a16:creationId xmlns:a16="http://schemas.microsoft.com/office/drawing/2014/main" id="{52ED78EB-EF22-D65E-2681-C8D922E7D1E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61568" y="6120235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DE ANIVERSARIO!!</a:t>
            </a:r>
          </a:p>
        </p:txBody>
      </p:sp>
      <p:sp>
        <p:nvSpPr>
          <p:cNvPr id="17" name="WordArt 4">
            <a:extLst>
              <a:ext uri="{FF2B5EF4-FFF2-40B4-BE49-F238E27FC236}">
                <a16:creationId xmlns:a16="http://schemas.microsoft.com/office/drawing/2014/main" id="{61CA0D23-D027-A217-D301-C2C48104AB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1969" y="6738956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21" name="WordArt 4">
            <a:extLst>
              <a:ext uri="{FF2B5EF4-FFF2-40B4-BE49-F238E27FC236}">
                <a16:creationId xmlns:a16="http://schemas.microsoft.com/office/drawing/2014/main" id="{C9303CCA-BC05-E6C0-F2BE-0DF2D63D77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1969" y="6849362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12186</TotalTime>
  <Words>44</Words>
  <Application>Microsoft Office PowerPoint</Application>
  <PresentationFormat>Papel B5 (ISO) (176 x 250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463</cp:revision>
  <cp:lastPrinted>2026-08-07T19:58:12Z</cp:lastPrinted>
  <dcterms:created xsi:type="dcterms:W3CDTF">2024-08-29T17:41:17Z</dcterms:created>
  <dcterms:modified xsi:type="dcterms:W3CDTF">2026-08-10T21:10:53Z</dcterms:modified>
</cp:coreProperties>
</file>