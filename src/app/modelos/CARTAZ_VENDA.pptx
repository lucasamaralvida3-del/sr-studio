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3"/>
  </p:notesMasterIdLst>
  <p:sldIdLst>
    <p:sldId id="256" r:id="rId2"/>
  </p:sldIdLst>
  <p:sldSz cx="6858000" cy="9906000" type="A4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67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07" autoAdjust="0"/>
    <p:restoredTop sz="94660"/>
  </p:normalViewPr>
  <p:slideViewPr>
    <p:cSldViewPr snapToGrid="0">
      <p:cViewPr varScale="1">
        <p:scale>
          <a:sx n="76" d="100"/>
          <a:sy n="76" d="100"/>
        </p:scale>
        <p:origin x="3264" y="90"/>
      </p:cViewPr>
      <p:guideLst>
        <p:guide orient="horz" pos="1367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12" y="8"/>
            <a:ext cx="2945029" cy="498419"/>
          </a:xfrm>
          <a:prstGeom prst="rect">
            <a:avLst/>
          </a:prstGeom>
        </p:spPr>
        <p:txBody>
          <a:bodyPr vert="horz" lIns="134419" tIns="67208" rIns="134419" bIns="67208" rtlCol="0"/>
          <a:lstStyle>
            <a:lvl1pPr algn="l">
              <a:defRPr sz="18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50295" y="8"/>
            <a:ext cx="2945029" cy="498419"/>
          </a:xfrm>
          <a:prstGeom prst="rect">
            <a:avLst/>
          </a:prstGeom>
        </p:spPr>
        <p:txBody>
          <a:bodyPr vert="horz" lIns="134419" tIns="67208" rIns="134419" bIns="67208" rtlCol="0"/>
          <a:lstStyle>
            <a:lvl1pPr algn="r">
              <a:defRPr sz="1800"/>
            </a:lvl1pPr>
          </a:lstStyle>
          <a:p>
            <a:fld id="{F9A32F92-F146-43DE-B3AF-5174BD529E9B}" type="datetimeFigureOut">
              <a:rPr lang="pt-BR" smtClean="0"/>
              <a:t>12/08/2026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39963" y="1239838"/>
            <a:ext cx="23177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34419" tIns="67208" rIns="134419" bIns="67208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0718" y="4777872"/>
            <a:ext cx="5436249" cy="3908527"/>
          </a:xfrm>
          <a:prstGeom prst="rect">
            <a:avLst/>
          </a:prstGeom>
        </p:spPr>
        <p:txBody>
          <a:bodyPr vert="horz" lIns="134419" tIns="67208" rIns="134419" bIns="67208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12" y="9428228"/>
            <a:ext cx="2945029" cy="498419"/>
          </a:xfrm>
          <a:prstGeom prst="rect">
            <a:avLst/>
          </a:prstGeom>
        </p:spPr>
        <p:txBody>
          <a:bodyPr vert="horz" lIns="134419" tIns="67208" rIns="134419" bIns="67208" rtlCol="0" anchor="b"/>
          <a:lstStyle>
            <a:lvl1pPr algn="l">
              <a:defRPr sz="18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50295" y="9428228"/>
            <a:ext cx="2945029" cy="498419"/>
          </a:xfrm>
          <a:prstGeom prst="rect">
            <a:avLst/>
          </a:prstGeom>
        </p:spPr>
        <p:txBody>
          <a:bodyPr vert="horz" lIns="134419" tIns="67208" rIns="134419" bIns="67208" rtlCol="0" anchor="b"/>
          <a:lstStyle>
            <a:lvl1pPr algn="r">
              <a:defRPr sz="1800"/>
            </a:lvl1pPr>
          </a:lstStyle>
          <a:p>
            <a:fld id="{CA91F8B9-588D-49C5-B832-7FADC470BA0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932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182685" rtl="0" eaLnBrk="1" latinLnBrk="0" hangingPunct="1">
      <a:defRPr sz="1552" kern="1200">
        <a:solidFill>
          <a:schemeClr val="tx1"/>
        </a:solidFill>
        <a:latin typeface="+mn-lt"/>
        <a:ea typeface="+mn-ea"/>
        <a:cs typeface="+mn-cs"/>
      </a:defRPr>
    </a:lvl1pPr>
    <a:lvl2pPr marL="591342" algn="l" defTabSz="1182685" rtl="0" eaLnBrk="1" latinLnBrk="0" hangingPunct="1">
      <a:defRPr sz="1552" kern="1200">
        <a:solidFill>
          <a:schemeClr val="tx1"/>
        </a:solidFill>
        <a:latin typeface="+mn-lt"/>
        <a:ea typeface="+mn-ea"/>
        <a:cs typeface="+mn-cs"/>
      </a:defRPr>
    </a:lvl2pPr>
    <a:lvl3pPr marL="1182685" algn="l" defTabSz="1182685" rtl="0" eaLnBrk="1" latinLnBrk="0" hangingPunct="1">
      <a:defRPr sz="1552" kern="1200">
        <a:solidFill>
          <a:schemeClr val="tx1"/>
        </a:solidFill>
        <a:latin typeface="+mn-lt"/>
        <a:ea typeface="+mn-ea"/>
        <a:cs typeface="+mn-cs"/>
      </a:defRPr>
    </a:lvl3pPr>
    <a:lvl4pPr marL="1774027" algn="l" defTabSz="1182685" rtl="0" eaLnBrk="1" latinLnBrk="0" hangingPunct="1">
      <a:defRPr sz="1552" kern="1200">
        <a:solidFill>
          <a:schemeClr val="tx1"/>
        </a:solidFill>
        <a:latin typeface="+mn-lt"/>
        <a:ea typeface="+mn-ea"/>
        <a:cs typeface="+mn-cs"/>
      </a:defRPr>
    </a:lvl4pPr>
    <a:lvl5pPr marL="2365370" algn="l" defTabSz="1182685" rtl="0" eaLnBrk="1" latinLnBrk="0" hangingPunct="1">
      <a:defRPr sz="1552" kern="1200">
        <a:solidFill>
          <a:schemeClr val="tx1"/>
        </a:solidFill>
        <a:latin typeface="+mn-lt"/>
        <a:ea typeface="+mn-ea"/>
        <a:cs typeface="+mn-cs"/>
      </a:defRPr>
    </a:lvl5pPr>
    <a:lvl6pPr marL="2956712" algn="l" defTabSz="1182685" rtl="0" eaLnBrk="1" latinLnBrk="0" hangingPunct="1">
      <a:defRPr sz="1552" kern="1200">
        <a:solidFill>
          <a:schemeClr val="tx1"/>
        </a:solidFill>
        <a:latin typeface="+mn-lt"/>
        <a:ea typeface="+mn-ea"/>
        <a:cs typeface="+mn-cs"/>
      </a:defRPr>
    </a:lvl6pPr>
    <a:lvl7pPr marL="3548055" algn="l" defTabSz="1182685" rtl="0" eaLnBrk="1" latinLnBrk="0" hangingPunct="1">
      <a:defRPr sz="1552" kern="1200">
        <a:solidFill>
          <a:schemeClr val="tx1"/>
        </a:solidFill>
        <a:latin typeface="+mn-lt"/>
        <a:ea typeface="+mn-ea"/>
        <a:cs typeface="+mn-cs"/>
      </a:defRPr>
    </a:lvl7pPr>
    <a:lvl8pPr marL="4139397" algn="l" defTabSz="1182685" rtl="0" eaLnBrk="1" latinLnBrk="0" hangingPunct="1">
      <a:defRPr sz="1552" kern="1200">
        <a:solidFill>
          <a:schemeClr val="tx1"/>
        </a:solidFill>
        <a:latin typeface="+mn-lt"/>
        <a:ea typeface="+mn-ea"/>
        <a:cs typeface="+mn-cs"/>
      </a:defRPr>
    </a:lvl8pPr>
    <a:lvl9pPr marL="4730740" algn="l" defTabSz="1182685" rtl="0" eaLnBrk="1" latinLnBrk="0" hangingPunct="1">
      <a:defRPr sz="155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2239963" y="1239838"/>
            <a:ext cx="2317750" cy="3349625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91F8B9-588D-49C5-B832-7FADC470BA0B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6065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1D189-AD9D-4260-BBAB-13FC0D875FCC}" type="datetimeFigureOut">
              <a:rPr lang="pt-BR" smtClean="0"/>
              <a:t>12/08/2026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976E5-65A8-4E9C-8FFC-35FE4237BC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4465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1D189-AD9D-4260-BBAB-13FC0D875FCC}" type="datetimeFigureOut">
              <a:rPr lang="pt-BR" smtClean="0"/>
              <a:t>12/08/2026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976E5-65A8-4E9C-8FFC-35FE4237BC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3814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1D189-AD9D-4260-BBAB-13FC0D875FCC}" type="datetimeFigureOut">
              <a:rPr lang="pt-BR" smtClean="0"/>
              <a:t>12/08/2026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976E5-65A8-4E9C-8FFC-35FE4237BC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88623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1D189-AD9D-4260-BBAB-13FC0D875FCC}" type="datetimeFigureOut">
              <a:rPr lang="pt-BR" smtClean="0"/>
              <a:t>12/08/2026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976E5-65A8-4E9C-8FFC-35FE4237BC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3253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1D189-AD9D-4260-BBAB-13FC0D875FCC}" type="datetimeFigureOut">
              <a:rPr lang="pt-BR" smtClean="0"/>
              <a:t>12/08/2026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976E5-65A8-4E9C-8FFC-35FE4237BC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802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1D189-AD9D-4260-BBAB-13FC0D875FCC}" type="datetimeFigureOut">
              <a:rPr lang="pt-BR" smtClean="0"/>
              <a:t>12/08/2026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976E5-65A8-4E9C-8FFC-35FE4237BC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4512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1D189-AD9D-4260-BBAB-13FC0D875FCC}" type="datetimeFigureOut">
              <a:rPr lang="pt-BR" smtClean="0"/>
              <a:t>12/08/2026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976E5-65A8-4E9C-8FFC-35FE4237BC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4921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1D189-AD9D-4260-BBAB-13FC0D875FCC}" type="datetimeFigureOut">
              <a:rPr lang="pt-BR" smtClean="0"/>
              <a:t>12/08/2026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976E5-65A8-4E9C-8FFC-35FE4237BC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5161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1D189-AD9D-4260-BBAB-13FC0D875FCC}" type="datetimeFigureOut">
              <a:rPr lang="pt-BR" smtClean="0"/>
              <a:t>12/08/2026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976E5-65A8-4E9C-8FFC-35FE4237BC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8663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1D189-AD9D-4260-BBAB-13FC0D875FCC}" type="datetimeFigureOut">
              <a:rPr lang="pt-BR" smtClean="0"/>
              <a:t>12/08/2026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976E5-65A8-4E9C-8FFC-35FE4237BC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8140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1D189-AD9D-4260-BBAB-13FC0D875FCC}" type="datetimeFigureOut">
              <a:rPr lang="pt-BR" smtClean="0"/>
              <a:t>12/08/2026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976E5-65A8-4E9C-8FFC-35FE4237BC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21832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A1D189-AD9D-4260-BBAB-13FC0D875FCC}" type="datetimeFigureOut">
              <a:rPr lang="pt-BR" smtClean="0"/>
              <a:t>12/08/2026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5976E5-65A8-4E9C-8FFC-35FE4237BC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3888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R_VENDA_PRODUTO">
            <a:extLst>
              <a:ext uri="{FF2B5EF4-FFF2-40B4-BE49-F238E27FC236}">
                <a16:creationId xmlns:a16="http://schemas.microsoft.com/office/drawing/2014/main" id="{F0327207-0A77-64AF-AC13-19DAADE5262A}"/>
              </a:ext>
            </a:extLst>
          </p:cNvPr>
          <p:cNvSpPr txBox="1">
            <a:spLocks noChangeAspect="1"/>
          </p:cNvSpPr>
          <p:nvPr/>
        </p:nvSpPr>
        <p:spPr>
          <a:xfrm>
            <a:off x="0" y="2217663"/>
            <a:ext cx="6858000" cy="2888079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pt-BR" sz="6600" dirty="0">
                <a:latin typeface="Algerian" panose="04020705040A02060702" pitchFamily="82" charset="0"/>
              </a:rPr>
              <a:t>CESTA BASICA</a:t>
            </a:r>
          </a:p>
          <a:p>
            <a:pPr algn="ctr"/>
            <a:r>
              <a:rPr lang="pt-BR" sz="6600" dirty="0">
                <a:latin typeface="Algerian" panose="04020705040A02060702" pitchFamily="82" charset="0"/>
              </a:rPr>
              <a:t>VASCONCELOS</a:t>
            </a:r>
          </a:p>
          <a:p>
            <a:pPr algn="ctr"/>
            <a:r>
              <a:rPr lang="pt-BR" sz="6600" dirty="0">
                <a:latin typeface="Algerian" panose="04020705040A02060702" pitchFamily="82" charset="0"/>
              </a:rPr>
              <a:t>DIAMANTE</a:t>
            </a:r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B452395D-0AA9-C862-C9C8-5F8F7816097C}"/>
              </a:ext>
            </a:extLst>
          </p:cNvPr>
          <p:cNvCxnSpPr/>
          <p:nvPr/>
        </p:nvCxnSpPr>
        <p:spPr>
          <a:xfrm flipH="1">
            <a:off x="-4159698" y="2255763"/>
            <a:ext cx="415969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WordArt 4">
            <a:extLst>
              <a:ext uri="{FF2B5EF4-FFF2-40B4-BE49-F238E27FC236}">
                <a16:creationId xmlns:a16="http://schemas.microsoft.com/office/drawing/2014/main" id="{8DF958AA-6F45-26D9-0D97-01800044A583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-3359218" y="1837502"/>
            <a:ext cx="3142301" cy="351321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4592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LIMITE DE CIMA OFERTA</a:t>
            </a:r>
          </a:p>
        </p:txBody>
      </p:sp>
      <p:sp>
        <p:nvSpPr>
          <p:cNvPr id="2" name="SR_VENDA_UNIDADE">
            <a:extLst>
              <a:ext uri="{FF2B5EF4-FFF2-40B4-BE49-F238E27FC236}">
                <a16:creationId xmlns:a16="http://schemas.microsoft.com/office/drawing/2014/main" id="{62542518-2E13-D53A-BD4B-A05C7880EABD}"/>
              </a:ext>
            </a:extLst>
          </p:cNvPr>
          <p:cNvSpPr txBox="1">
            <a:spLocks noChangeAspect="1"/>
          </p:cNvSpPr>
          <p:nvPr/>
        </p:nvSpPr>
        <p:spPr>
          <a:xfrm>
            <a:off x="1975275" y="7404488"/>
            <a:ext cx="2907432" cy="1365133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pt-BR" sz="7200" dirty="0">
                <a:latin typeface="Algerian" panose="04020705040A02060702" pitchFamily="82" charset="0"/>
              </a:rPr>
              <a:t>cada</a:t>
            </a:r>
            <a:endParaRPr lang="pt-BR" sz="3555" dirty="0">
              <a:latin typeface="Algerian" panose="04020705040A02060702" pitchFamily="82" charset="0"/>
            </a:endParaRPr>
          </a:p>
        </p:txBody>
      </p:sp>
      <p:sp>
        <p:nvSpPr>
          <p:cNvPr id="3" name="SR_VENDA_PRECO">
            <a:extLst>
              <a:ext uri="{FF2B5EF4-FFF2-40B4-BE49-F238E27FC236}">
                <a16:creationId xmlns:a16="http://schemas.microsoft.com/office/drawing/2014/main" id="{DC562DFD-DB83-3522-0FE1-901290E9609B}"/>
              </a:ext>
            </a:extLst>
          </p:cNvPr>
          <p:cNvSpPr txBox="1">
            <a:spLocks noChangeAspect="1"/>
          </p:cNvSpPr>
          <p:nvPr/>
        </p:nvSpPr>
        <p:spPr>
          <a:xfrm>
            <a:off x="-473094" y="5105749"/>
            <a:ext cx="7804170" cy="309560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pt-BR" sz="13800">
                <a:latin typeface="Algerian" panose="04020705040A02060702" pitchFamily="82" charset="0"/>
              </a:rPr>
              <a:t>196,78</a:t>
            </a:r>
            <a:endParaRPr lang="pt-BR" sz="13800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821494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1777</TotalTime>
  <Words>11</Words>
  <Application>Microsoft Office PowerPoint</Application>
  <PresentationFormat>Papel A4 (210 x 297 mm)</PresentationFormat>
  <Paragraphs>7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Algerian</vt:lpstr>
      <vt:lpstr>Arial</vt:lpstr>
      <vt:lpstr>Calibri</vt:lpstr>
      <vt:lpstr>Calibri Light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Usuario</dc:creator>
  <cp:lastModifiedBy>Lucas Amaral</cp:lastModifiedBy>
  <cp:revision>108</cp:revision>
  <cp:lastPrinted>2026-07-28T12:15:12Z</cp:lastPrinted>
  <dcterms:created xsi:type="dcterms:W3CDTF">2024-09-04T19:15:51Z</dcterms:created>
  <dcterms:modified xsi:type="dcterms:W3CDTF">2026-08-12T12:00:02Z</dcterms:modified>
</cp:coreProperties>
</file>