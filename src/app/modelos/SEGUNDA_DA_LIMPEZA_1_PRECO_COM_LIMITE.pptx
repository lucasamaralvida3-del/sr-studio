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1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77" d="100"/>
          <a:sy n="77" d="100"/>
        </p:scale>
        <p:origin x="3240" y="102"/>
      </p:cViewPr>
      <p:guideLst>
        <p:guide pos="2160"/>
        <p:guide orient="horz" pos="148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16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4041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5913" tIns="67930" rIns="135913" bIns="6793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42" y="4926264"/>
            <a:ext cx="5681274" cy="4029788"/>
          </a:xfrm>
          <a:prstGeom prst="rect">
            <a:avLst/>
          </a:prstGeom>
        </p:spPr>
        <p:txBody>
          <a:bodyPr vert="horz" lIns="135913" tIns="67930" rIns="135913" bIns="6793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16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4041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57438" y="1279525"/>
            <a:ext cx="2389187" cy="34528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09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82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4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26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6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3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0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28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29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86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2004" y="5328230"/>
            <a:ext cx="750188" cy="4657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SR_UNIDADE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32004" y="7979727"/>
            <a:ext cx="1525810" cy="73055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 </a:t>
            </a:r>
          </a:p>
        </p:txBody>
      </p:sp>
      <p:sp>
        <p:nvSpPr>
          <p:cNvPr id="15" name="SR_PRECO_PROM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717688" y="5663995"/>
            <a:ext cx="5601074" cy="2214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4592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32,77</a:t>
            </a:r>
            <a:endParaRPr lang="pt-BR" sz="4592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476FEC4-224F-41A1-8421-3CF267C4522B}"/>
              </a:ext>
            </a:extLst>
          </p:cNvPr>
          <p:cNvCxnSpPr>
            <a:cxnSpLocks/>
          </p:cNvCxnSpPr>
          <p:nvPr/>
        </p:nvCxnSpPr>
        <p:spPr>
          <a:xfrm flipH="1">
            <a:off x="1110990" y="1798438"/>
            <a:ext cx="4661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7179417" y="8600868"/>
            <a:ext cx="2373324" cy="9972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955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526" y="8789466"/>
            <a:ext cx="1454618" cy="95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94456" y="8345006"/>
            <a:ext cx="2054329" cy="30242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98464" y="128964"/>
            <a:ext cx="4661071" cy="1679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</a:t>
            </a:r>
          </a:p>
        </p:txBody>
      </p:sp>
      <p:sp>
        <p:nvSpPr>
          <p:cNvPr id="6" name="SR_PRODUTO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55311" y="2266520"/>
            <a:ext cx="6147378" cy="264683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CAFÉ CAJUBA</a:t>
            </a:r>
          </a:p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MOIDO NA HORA 500G</a:t>
            </a:r>
          </a:p>
        </p:txBody>
      </p:sp>
      <p:sp>
        <p:nvSpPr>
          <p:cNvPr id="2" name="SR_VALIDADE">
            <a:extLst>
              <a:ext uri="{FF2B5EF4-FFF2-40B4-BE49-F238E27FC236}">
                <a16:creationId xmlns:a16="http://schemas.microsoft.com/office/drawing/2014/main" id="{EF55571F-8EDD-EBEE-779D-C4BE24E8617B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2582123" y="8314821"/>
            <a:ext cx="1718806" cy="4746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05/08/2026</a:t>
            </a:r>
          </a:p>
        </p:txBody>
      </p:sp>
      <p:sp>
        <p:nvSpPr>
          <p:cNvPr id="4" name="SR_CAMPANHA">
            <a:extLst>
              <a:ext uri="{FF2B5EF4-FFF2-40B4-BE49-F238E27FC236}">
                <a16:creationId xmlns:a16="http://schemas.microsoft.com/office/drawing/2014/main" id="{0F809A4B-9F8F-1E11-3326-C3B3FF010632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949575" y="7986326"/>
            <a:ext cx="2805455" cy="2985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DA LIMPEZA!!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EF7F0304-37DE-A912-C9FD-8B2A8A5BA0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15499" y="8795689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C38681C7-9355-09AD-4F17-15F6FEB88D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92197" y="8926636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sp>
        <p:nvSpPr>
          <p:cNvPr id="8" name="SR_LIMITE">
            <a:extLst>
              <a:ext uri="{FF2B5EF4-FFF2-40B4-BE49-F238E27FC236}">
                <a16:creationId xmlns:a16="http://schemas.microsoft.com/office/drawing/2014/main" id="{F9B70582-77E7-52C8-803D-E0656375C1C7}"/>
              </a:ext>
            </a:extLst>
          </p:cNvPr>
          <p:cNvSpPr/>
          <p:nvPr/>
        </p:nvSpPr>
        <p:spPr>
          <a:xfrm>
            <a:off x="1027544" y="5020876"/>
            <a:ext cx="5145866" cy="49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LIMITE DE 6UN POR CPF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34447</TotalTime>
  <Words>41</Words>
  <Application>Microsoft Office PowerPoint</Application>
  <PresentationFormat>Papel A4 (210 x 297 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898</cp:revision>
  <cp:lastPrinted>2026-08-05T17:36:47Z</cp:lastPrinted>
  <dcterms:created xsi:type="dcterms:W3CDTF">2024-08-29T17:41:17Z</dcterms:created>
  <dcterms:modified xsi:type="dcterms:W3CDTF">2026-08-10T21:10:37Z</dcterms:modified>
</cp:coreProperties>
</file>