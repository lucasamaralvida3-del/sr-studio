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3"/>
  </p:notesMasterIdLst>
  <p:sldIdLst>
    <p:sldId id="256" r:id="rId2"/>
  </p:sldIdLst>
  <p:sldSz cx="6858000" cy="9906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160" userDrawn="1">
          <p15:clr>
            <a:srgbClr val="A4A3A4"/>
          </p15:clr>
        </p15:guide>
        <p15:guide id="3" orient="horz" pos="148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54" autoAdjust="0"/>
    <p:restoredTop sz="96429" autoAdjust="0"/>
  </p:normalViewPr>
  <p:slideViewPr>
    <p:cSldViewPr snapToGrid="0" showGuides="1">
      <p:cViewPr varScale="1">
        <p:scale>
          <a:sx n="77" d="100"/>
          <a:sy n="77" d="100"/>
        </p:scale>
        <p:origin x="3258" y="102"/>
      </p:cViewPr>
      <p:guideLst>
        <p:guide pos="2160"/>
        <p:guide orient="horz" pos="1486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216" y="181"/>
            <a:ext cx="3077769" cy="513883"/>
          </a:xfrm>
          <a:prstGeom prst="rect">
            <a:avLst/>
          </a:prstGeom>
        </p:spPr>
        <p:txBody>
          <a:bodyPr vert="horz" lIns="135913" tIns="67930" rIns="135913" bIns="67930" rtlCol="0"/>
          <a:lstStyle>
            <a:lvl1pPr algn="l">
              <a:defRPr sz="19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024041" y="181"/>
            <a:ext cx="3077769" cy="513883"/>
          </a:xfrm>
          <a:prstGeom prst="rect">
            <a:avLst/>
          </a:prstGeom>
        </p:spPr>
        <p:txBody>
          <a:bodyPr vert="horz" lIns="135913" tIns="67930" rIns="135913" bIns="67930" rtlCol="0"/>
          <a:lstStyle>
            <a:lvl1pPr algn="r">
              <a:defRPr sz="1900"/>
            </a:lvl1pPr>
          </a:lstStyle>
          <a:p>
            <a:fld id="{A99A84D1-6678-42CF-98F3-A36343E278C0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89187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35913" tIns="67930" rIns="135913" bIns="6793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11442" y="4926264"/>
            <a:ext cx="5681274" cy="4029788"/>
          </a:xfrm>
          <a:prstGeom prst="rect">
            <a:avLst/>
          </a:prstGeom>
        </p:spPr>
        <p:txBody>
          <a:bodyPr vert="horz" lIns="135913" tIns="67930" rIns="135913" bIns="6793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216" y="9720786"/>
            <a:ext cx="3077769" cy="513880"/>
          </a:xfrm>
          <a:prstGeom prst="rect">
            <a:avLst/>
          </a:prstGeom>
        </p:spPr>
        <p:txBody>
          <a:bodyPr vert="horz" lIns="135913" tIns="67930" rIns="135913" bIns="67930" rtlCol="0" anchor="b"/>
          <a:lstStyle>
            <a:lvl1pPr algn="l">
              <a:defRPr sz="19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024041" y="9720786"/>
            <a:ext cx="3077769" cy="513880"/>
          </a:xfrm>
          <a:prstGeom prst="rect">
            <a:avLst/>
          </a:prstGeom>
        </p:spPr>
        <p:txBody>
          <a:bodyPr vert="horz" lIns="135913" tIns="67930" rIns="135913" bIns="67930" rtlCol="0" anchor="b"/>
          <a:lstStyle>
            <a:lvl1pPr algn="r">
              <a:defRPr sz="1900"/>
            </a:lvl1pPr>
          </a:lstStyle>
          <a:p>
            <a:fld id="{0F129D01-4943-44FC-9F5F-60919136D23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4725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82685" rtl="0" eaLnBrk="1" latinLnBrk="0" hangingPunct="1">
      <a:defRPr sz="1552" kern="1200">
        <a:solidFill>
          <a:schemeClr val="tx1"/>
        </a:solidFill>
        <a:latin typeface="+mn-lt"/>
        <a:ea typeface="+mn-ea"/>
        <a:cs typeface="+mn-cs"/>
      </a:defRPr>
    </a:lvl1pPr>
    <a:lvl2pPr marL="591342" algn="l" defTabSz="1182685" rtl="0" eaLnBrk="1" latinLnBrk="0" hangingPunct="1">
      <a:defRPr sz="1552" kern="1200">
        <a:solidFill>
          <a:schemeClr val="tx1"/>
        </a:solidFill>
        <a:latin typeface="+mn-lt"/>
        <a:ea typeface="+mn-ea"/>
        <a:cs typeface="+mn-cs"/>
      </a:defRPr>
    </a:lvl2pPr>
    <a:lvl3pPr marL="1182685" algn="l" defTabSz="1182685" rtl="0" eaLnBrk="1" latinLnBrk="0" hangingPunct="1">
      <a:defRPr sz="1552" kern="1200">
        <a:solidFill>
          <a:schemeClr val="tx1"/>
        </a:solidFill>
        <a:latin typeface="+mn-lt"/>
        <a:ea typeface="+mn-ea"/>
        <a:cs typeface="+mn-cs"/>
      </a:defRPr>
    </a:lvl3pPr>
    <a:lvl4pPr marL="1774027" algn="l" defTabSz="1182685" rtl="0" eaLnBrk="1" latinLnBrk="0" hangingPunct="1">
      <a:defRPr sz="1552" kern="1200">
        <a:solidFill>
          <a:schemeClr val="tx1"/>
        </a:solidFill>
        <a:latin typeface="+mn-lt"/>
        <a:ea typeface="+mn-ea"/>
        <a:cs typeface="+mn-cs"/>
      </a:defRPr>
    </a:lvl4pPr>
    <a:lvl5pPr marL="2365370" algn="l" defTabSz="1182685" rtl="0" eaLnBrk="1" latinLnBrk="0" hangingPunct="1">
      <a:defRPr sz="1552" kern="1200">
        <a:solidFill>
          <a:schemeClr val="tx1"/>
        </a:solidFill>
        <a:latin typeface="+mn-lt"/>
        <a:ea typeface="+mn-ea"/>
        <a:cs typeface="+mn-cs"/>
      </a:defRPr>
    </a:lvl5pPr>
    <a:lvl6pPr marL="2956712" algn="l" defTabSz="1182685" rtl="0" eaLnBrk="1" latinLnBrk="0" hangingPunct="1">
      <a:defRPr sz="1552" kern="1200">
        <a:solidFill>
          <a:schemeClr val="tx1"/>
        </a:solidFill>
        <a:latin typeface="+mn-lt"/>
        <a:ea typeface="+mn-ea"/>
        <a:cs typeface="+mn-cs"/>
      </a:defRPr>
    </a:lvl6pPr>
    <a:lvl7pPr marL="3548055" algn="l" defTabSz="1182685" rtl="0" eaLnBrk="1" latinLnBrk="0" hangingPunct="1">
      <a:defRPr sz="1552" kern="1200">
        <a:solidFill>
          <a:schemeClr val="tx1"/>
        </a:solidFill>
        <a:latin typeface="+mn-lt"/>
        <a:ea typeface="+mn-ea"/>
        <a:cs typeface="+mn-cs"/>
      </a:defRPr>
    </a:lvl7pPr>
    <a:lvl8pPr marL="4139397" algn="l" defTabSz="1182685" rtl="0" eaLnBrk="1" latinLnBrk="0" hangingPunct="1">
      <a:defRPr sz="1552" kern="1200">
        <a:solidFill>
          <a:schemeClr val="tx1"/>
        </a:solidFill>
        <a:latin typeface="+mn-lt"/>
        <a:ea typeface="+mn-ea"/>
        <a:cs typeface="+mn-cs"/>
      </a:defRPr>
    </a:lvl8pPr>
    <a:lvl9pPr marL="4730740" algn="l" defTabSz="1182685" rtl="0" eaLnBrk="1" latinLnBrk="0" hangingPunct="1">
      <a:defRPr sz="155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2357438" y="1279525"/>
            <a:ext cx="2389187" cy="3452813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129D01-4943-44FC-9F5F-60919136D23F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8239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4097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8904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5829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9847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0262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4867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0813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5134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0008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3282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7290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948CF4-78D3-4A55-B711-C070BB14A855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7862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WordArt 6">
            <a:extLst>
              <a:ext uri="{FF2B5EF4-FFF2-40B4-BE49-F238E27FC236}">
                <a16:creationId xmlns:a16="http://schemas.microsoft.com/office/drawing/2014/main" id="{2E6F9504-5A34-7F0E-02A3-F187AE943B4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32004" y="5328230"/>
            <a:ext cx="750188" cy="465704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4592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R$</a:t>
            </a:r>
          </a:p>
        </p:txBody>
      </p:sp>
      <p:sp>
        <p:nvSpPr>
          <p:cNvPr id="13" name="SR_UNIDADE">
            <a:extLst>
              <a:ext uri="{FF2B5EF4-FFF2-40B4-BE49-F238E27FC236}">
                <a16:creationId xmlns:a16="http://schemas.microsoft.com/office/drawing/2014/main" id="{D13BE144-80D0-63C3-E1CD-E0F8C635C436}"/>
              </a:ext>
            </a:extLst>
          </p:cNvPr>
          <p:cNvSpPr>
            <a:spLocks noChangeArrowheads="1" noChangeShapeType="1"/>
          </p:cNvSpPr>
          <p:nvPr/>
        </p:nvSpPr>
        <p:spPr bwMode="auto">
          <a:xfrm>
            <a:off x="132004" y="7979727"/>
            <a:ext cx="1525810" cy="73055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5079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CADA </a:t>
            </a:r>
          </a:p>
        </p:txBody>
      </p:sp>
      <p:sp>
        <p:nvSpPr>
          <p:cNvPr id="15" name="SR_PRECO_PROMO">
            <a:extLst>
              <a:ext uri="{FF2B5EF4-FFF2-40B4-BE49-F238E27FC236}">
                <a16:creationId xmlns:a16="http://schemas.microsoft.com/office/drawing/2014/main" id="{BEF3EBE6-9758-CA88-5307-5BF8346B9A9F}"/>
              </a:ext>
            </a:extLst>
          </p:cNvPr>
          <p:cNvSpPr>
            <a:spLocks noChangeArrowheads="1" noChangeShapeType="1"/>
          </p:cNvSpPr>
          <p:nvPr/>
        </p:nvSpPr>
        <p:spPr bwMode="auto">
          <a:xfrm>
            <a:off x="717688" y="5663995"/>
            <a:ext cx="5601074" cy="2214809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9806"/>
              </a:avLst>
            </a:prstTxWarp>
          </a:bodyPr>
          <a:lstStyle/>
          <a:p>
            <a:pPr algn="ctr"/>
            <a:r>
              <a:rPr lang="pt-BR" sz="4592" kern="1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32,77</a:t>
            </a:r>
            <a:endParaRPr lang="pt-BR" sz="4592" kern="10" dirty="0">
              <a:ln w="9525">
                <a:solidFill>
                  <a:schemeClr val="tx1"/>
                </a:solidFill>
                <a:round/>
                <a:headEnd/>
                <a:tailEnd/>
              </a:ln>
              <a:latin typeface="Algerian" panose="04020705040A02060702" pitchFamily="82" charset="0"/>
            </a:endParaRPr>
          </a:p>
        </p:txBody>
      </p: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0476FEC4-224F-41A1-8421-3CF267C4522B}"/>
              </a:ext>
            </a:extLst>
          </p:cNvPr>
          <p:cNvCxnSpPr>
            <a:cxnSpLocks/>
          </p:cNvCxnSpPr>
          <p:nvPr/>
        </p:nvCxnSpPr>
        <p:spPr>
          <a:xfrm flipH="1">
            <a:off x="1110990" y="1798438"/>
            <a:ext cx="4661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tângulo 19">
            <a:extLst>
              <a:ext uri="{FF2B5EF4-FFF2-40B4-BE49-F238E27FC236}">
                <a16:creationId xmlns:a16="http://schemas.microsoft.com/office/drawing/2014/main" id="{9B3C68A4-7D48-9944-ECFA-DB0415967FC3}"/>
              </a:ext>
            </a:extLst>
          </p:cNvPr>
          <p:cNvSpPr/>
          <p:nvPr/>
        </p:nvSpPr>
        <p:spPr>
          <a:xfrm>
            <a:off x="7179417" y="8600868"/>
            <a:ext cx="2373324" cy="99720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955"/>
          </a:p>
        </p:txBody>
      </p:sp>
      <p:pic>
        <p:nvPicPr>
          <p:cNvPr id="22" name="Imagem 3">
            <a:extLst>
              <a:ext uri="{FF2B5EF4-FFF2-40B4-BE49-F238E27FC236}">
                <a16:creationId xmlns:a16="http://schemas.microsoft.com/office/drawing/2014/main" id="{23A0C3A5-131E-A058-B282-70050F20CF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4526" y="8789466"/>
            <a:ext cx="1454618" cy="953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WordArt 4">
            <a:extLst>
              <a:ext uri="{FF2B5EF4-FFF2-40B4-BE49-F238E27FC236}">
                <a16:creationId xmlns:a16="http://schemas.microsoft.com/office/drawing/2014/main" id="{3D94B77C-806F-5239-C339-C92ACDACEC5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094456" y="8345006"/>
            <a:ext cx="2054329" cy="30242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4592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ESPAÇO LOGO SR CARTAZ</a:t>
            </a:r>
          </a:p>
        </p:txBody>
      </p:sp>
      <p:sp>
        <p:nvSpPr>
          <p:cNvPr id="24" name="WordArt 4">
            <a:extLst>
              <a:ext uri="{FF2B5EF4-FFF2-40B4-BE49-F238E27FC236}">
                <a16:creationId xmlns:a16="http://schemas.microsoft.com/office/drawing/2014/main" id="{E8DEEAE6-C9E7-FBCF-BBD5-032AE254EB0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098464" y="128964"/>
            <a:ext cx="4661071" cy="167911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4592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OFERTA</a:t>
            </a:r>
          </a:p>
        </p:txBody>
      </p:sp>
      <p:sp>
        <p:nvSpPr>
          <p:cNvPr id="6" name="SR_PRODUTO">
            <a:extLst>
              <a:ext uri="{FF2B5EF4-FFF2-40B4-BE49-F238E27FC236}">
                <a16:creationId xmlns:a16="http://schemas.microsoft.com/office/drawing/2014/main" id="{8C8BD4B7-CFC6-504A-592C-821CC82DE501}"/>
              </a:ext>
            </a:extLst>
          </p:cNvPr>
          <p:cNvSpPr>
            <a:spLocks noChangeArrowheads="1" noChangeShapeType="1"/>
          </p:cNvSpPr>
          <p:nvPr/>
        </p:nvSpPr>
        <p:spPr bwMode="auto">
          <a:xfrm>
            <a:off x="355311" y="2266520"/>
            <a:ext cx="6147378" cy="2646834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9820"/>
              </a:avLst>
            </a:prstTxWarp>
          </a:bodyPr>
          <a:lstStyle/>
          <a:p>
            <a:pPr algn="ctr"/>
            <a:r>
              <a:rPr lang="pt-BR" sz="54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CAFÉ CAJUBA</a:t>
            </a:r>
          </a:p>
          <a:p>
            <a:pPr algn="ctr"/>
            <a:r>
              <a:rPr lang="pt-BR" sz="54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MOIDO NA HORA 500G</a:t>
            </a:r>
          </a:p>
        </p:txBody>
      </p:sp>
      <p:sp>
        <p:nvSpPr>
          <p:cNvPr id="2" name="SR_VALIDADE">
            <a:extLst>
              <a:ext uri="{FF2B5EF4-FFF2-40B4-BE49-F238E27FC236}">
                <a16:creationId xmlns:a16="http://schemas.microsoft.com/office/drawing/2014/main" id="{EF55571F-8EDD-EBEE-779D-C4BE24E8617B}"/>
              </a:ext>
            </a:extLst>
          </p:cNvPr>
          <p:cNvSpPr>
            <a:spLocks noChangeArrowheads="1" noChangeShapeType="1"/>
          </p:cNvSpPr>
          <p:nvPr/>
        </p:nvSpPr>
        <p:spPr bwMode="auto">
          <a:xfrm>
            <a:off x="2582123" y="8314821"/>
            <a:ext cx="1718806" cy="47464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48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Válida ATÉ</a:t>
            </a:r>
          </a:p>
          <a:p>
            <a:pPr algn="ctr"/>
            <a:r>
              <a:rPr lang="pt-BR" sz="48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DIA 05/08/2026</a:t>
            </a:r>
          </a:p>
        </p:txBody>
      </p:sp>
      <p:sp>
        <p:nvSpPr>
          <p:cNvPr id="4" name="SR_CAMPANHA">
            <a:extLst>
              <a:ext uri="{FF2B5EF4-FFF2-40B4-BE49-F238E27FC236}">
                <a16:creationId xmlns:a16="http://schemas.microsoft.com/office/drawing/2014/main" id="{0F809A4B-9F8F-1E11-3326-C3B3FF010632}"/>
              </a:ext>
            </a:extLst>
          </p:cNvPr>
          <p:cNvSpPr>
            <a:spLocks noChangeArrowheads="1" noChangeShapeType="1"/>
          </p:cNvSpPr>
          <p:nvPr/>
        </p:nvSpPr>
        <p:spPr bwMode="auto">
          <a:xfrm>
            <a:off x="1949575" y="7986326"/>
            <a:ext cx="2805455" cy="29858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48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OFERTAS DA LIMPEZA!!</a:t>
            </a:r>
          </a:p>
        </p:txBody>
      </p:sp>
      <p:sp>
        <p:nvSpPr>
          <p:cNvPr id="5" name="WordArt 4">
            <a:extLst>
              <a:ext uri="{FF2B5EF4-FFF2-40B4-BE49-F238E27FC236}">
                <a16:creationId xmlns:a16="http://schemas.microsoft.com/office/drawing/2014/main" id="{EF7F0304-37DE-A912-C9FD-8B2A8A5BA070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115499" y="8795689"/>
            <a:ext cx="2652057" cy="140199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4592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Ou até enquanto durarem nossos estoques</a:t>
            </a:r>
          </a:p>
        </p:txBody>
      </p:sp>
      <p:sp>
        <p:nvSpPr>
          <p:cNvPr id="7" name="WordArt 4">
            <a:extLst>
              <a:ext uri="{FF2B5EF4-FFF2-40B4-BE49-F238E27FC236}">
                <a16:creationId xmlns:a16="http://schemas.microsoft.com/office/drawing/2014/main" id="{C38681C7-9355-09AD-4F17-15F6FEB88DEA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192197" y="8926636"/>
            <a:ext cx="2652057" cy="140199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204"/>
              </a:avLst>
            </a:prstTxWarp>
          </a:bodyPr>
          <a:lstStyle/>
          <a:p>
            <a:pPr algn="ctr"/>
            <a:r>
              <a:rPr lang="fi-FI" sz="5079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OFERTA VÁLIDA SANTA JULIANA (34)3354-0515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F9B70582-77E7-52C8-803D-E0656375C1C7}"/>
              </a:ext>
            </a:extLst>
          </p:cNvPr>
          <p:cNvSpPr/>
          <p:nvPr/>
        </p:nvSpPr>
        <p:spPr>
          <a:xfrm>
            <a:off x="-6600806" y="5416102"/>
            <a:ext cx="5145866" cy="49578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b="1" dirty="0"/>
              <a:t>PRODUTO PROXIMO A VALIDADE</a:t>
            </a:r>
          </a:p>
        </p:txBody>
      </p:sp>
    </p:spTree>
    <p:extLst>
      <p:ext uri="{BB962C8B-B14F-4D97-AF65-F5344CB8AC3E}">
        <p14:creationId xmlns:p14="http://schemas.microsoft.com/office/powerpoint/2010/main" val="12073371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34447</TotalTime>
  <Words>40</Words>
  <Application>Microsoft Office PowerPoint</Application>
  <PresentationFormat>Papel A4 (210 x 297 mm)</PresentationFormat>
  <Paragraphs>14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Algerian</vt:lpstr>
      <vt:lpstr>Arial</vt:lpstr>
      <vt:lpstr>Calibri</vt:lpstr>
      <vt:lpstr>Calibri Light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Usuario</dc:creator>
  <cp:lastModifiedBy>Lucas Amaral</cp:lastModifiedBy>
  <cp:revision>897</cp:revision>
  <cp:lastPrinted>2026-08-05T17:36:47Z</cp:lastPrinted>
  <dcterms:created xsi:type="dcterms:W3CDTF">2024-08-29T17:41:17Z</dcterms:created>
  <dcterms:modified xsi:type="dcterms:W3CDTF">2026-08-05T19:02:19Z</dcterms:modified>
</cp:coreProperties>
</file>