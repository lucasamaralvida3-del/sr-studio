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"/>
  </p:notesMasterIdLst>
  <p:sldIdLst>
    <p:sldId id="256" r:id="rId2"/>
  </p:sldIdLst>
  <p:sldSz cx="5376863" cy="7169150" type="B5ISO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1694" userDrawn="1">
          <p15:clr>
            <a:srgbClr val="A4A3A4"/>
          </p15:clr>
        </p15:guide>
        <p15:guide id="3" orient="horz" pos="10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54" autoAdjust="0"/>
    <p:restoredTop sz="96374" autoAdjust="0"/>
  </p:normalViewPr>
  <p:slideViewPr>
    <p:cSldViewPr snapToGrid="0" showGuides="1">
      <p:cViewPr varScale="1">
        <p:scale>
          <a:sx n="110" d="100"/>
          <a:sy n="110" d="100"/>
        </p:scale>
        <p:origin x="3036" y="78"/>
      </p:cViewPr>
      <p:guideLst>
        <p:guide pos="1694"/>
        <p:guide orient="horz" pos="10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99" y="90"/>
            <a:ext cx="3077769" cy="513883"/>
          </a:xfrm>
          <a:prstGeom prst="rect">
            <a:avLst/>
          </a:prstGeom>
        </p:spPr>
        <p:txBody>
          <a:bodyPr vert="horz" lIns="138354" tIns="69157" rIns="138354" bIns="69157" rtlCol="0"/>
          <a:lstStyle>
            <a:lvl1pPr algn="l">
              <a:defRPr sz="19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3922" y="90"/>
            <a:ext cx="3077769" cy="513883"/>
          </a:xfrm>
          <a:prstGeom prst="rect">
            <a:avLst/>
          </a:prstGeom>
        </p:spPr>
        <p:txBody>
          <a:bodyPr vert="horz" lIns="138354" tIns="69157" rIns="138354" bIns="69157" rtlCol="0"/>
          <a:lstStyle>
            <a:lvl1pPr algn="r">
              <a:defRPr sz="1900"/>
            </a:lvl1pPr>
          </a:lstStyle>
          <a:p>
            <a:fld id="{A99A84D1-6678-42CF-98F3-A36343E278C0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57425" y="1277938"/>
            <a:ext cx="2589213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8354" tIns="69157" rIns="138354" bIns="6915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11407" y="4926182"/>
            <a:ext cx="5681273" cy="4029790"/>
          </a:xfrm>
          <a:prstGeom prst="rect">
            <a:avLst/>
          </a:prstGeom>
        </p:spPr>
        <p:txBody>
          <a:bodyPr vert="horz" lIns="138354" tIns="69157" rIns="138354" bIns="69157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99" y="9720741"/>
            <a:ext cx="3077769" cy="513881"/>
          </a:xfrm>
          <a:prstGeom prst="rect">
            <a:avLst/>
          </a:prstGeom>
        </p:spPr>
        <p:txBody>
          <a:bodyPr vert="horz" lIns="138354" tIns="69157" rIns="138354" bIns="69157" rtlCol="0" anchor="b"/>
          <a:lstStyle>
            <a:lvl1pPr algn="l">
              <a:defRPr sz="19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3922" y="9720741"/>
            <a:ext cx="3077769" cy="513881"/>
          </a:xfrm>
          <a:prstGeom prst="rect">
            <a:avLst/>
          </a:prstGeom>
        </p:spPr>
        <p:txBody>
          <a:bodyPr vert="horz" lIns="138354" tIns="69157" rIns="138354" bIns="69157" rtlCol="0" anchor="b"/>
          <a:lstStyle>
            <a:lvl1pPr algn="r">
              <a:defRPr sz="1900"/>
            </a:lvl1pPr>
          </a:lstStyle>
          <a:p>
            <a:fld id="{0F129D01-4943-44FC-9F5F-60919136D2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4725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84995" rtl="0" eaLnBrk="1" latinLnBrk="0" hangingPunct="1">
      <a:defRPr sz="1162" kern="1200">
        <a:solidFill>
          <a:schemeClr val="tx1"/>
        </a:solidFill>
        <a:latin typeface="+mn-lt"/>
        <a:ea typeface="+mn-ea"/>
        <a:cs typeface="+mn-cs"/>
      </a:defRPr>
    </a:lvl1pPr>
    <a:lvl2pPr marL="442498" algn="l" defTabSz="884995" rtl="0" eaLnBrk="1" latinLnBrk="0" hangingPunct="1">
      <a:defRPr sz="1162" kern="1200">
        <a:solidFill>
          <a:schemeClr val="tx1"/>
        </a:solidFill>
        <a:latin typeface="+mn-lt"/>
        <a:ea typeface="+mn-ea"/>
        <a:cs typeface="+mn-cs"/>
      </a:defRPr>
    </a:lvl2pPr>
    <a:lvl3pPr marL="884995" algn="l" defTabSz="884995" rtl="0" eaLnBrk="1" latinLnBrk="0" hangingPunct="1">
      <a:defRPr sz="1162" kern="1200">
        <a:solidFill>
          <a:schemeClr val="tx1"/>
        </a:solidFill>
        <a:latin typeface="+mn-lt"/>
        <a:ea typeface="+mn-ea"/>
        <a:cs typeface="+mn-cs"/>
      </a:defRPr>
    </a:lvl3pPr>
    <a:lvl4pPr marL="1327493" algn="l" defTabSz="884995" rtl="0" eaLnBrk="1" latinLnBrk="0" hangingPunct="1">
      <a:defRPr sz="1162" kern="1200">
        <a:solidFill>
          <a:schemeClr val="tx1"/>
        </a:solidFill>
        <a:latin typeface="+mn-lt"/>
        <a:ea typeface="+mn-ea"/>
        <a:cs typeface="+mn-cs"/>
      </a:defRPr>
    </a:lvl4pPr>
    <a:lvl5pPr marL="1769990" algn="l" defTabSz="884995" rtl="0" eaLnBrk="1" latinLnBrk="0" hangingPunct="1">
      <a:defRPr sz="1162" kern="1200">
        <a:solidFill>
          <a:schemeClr val="tx1"/>
        </a:solidFill>
        <a:latin typeface="+mn-lt"/>
        <a:ea typeface="+mn-ea"/>
        <a:cs typeface="+mn-cs"/>
      </a:defRPr>
    </a:lvl5pPr>
    <a:lvl6pPr marL="2212488" algn="l" defTabSz="884995" rtl="0" eaLnBrk="1" latinLnBrk="0" hangingPunct="1">
      <a:defRPr sz="1162" kern="1200">
        <a:solidFill>
          <a:schemeClr val="tx1"/>
        </a:solidFill>
        <a:latin typeface="+mn-lt"/>
        <a:ea typeface="+mn-ea"/>
        <a:cs typeface="+mn-cs"/>
      </a:defRPr>
    </a:lvl6pPr>
    <a:lvl7pPr marL="2654986" algn="l" defTabSz="884995" rtl="0" eaLnBrk="1" latinLnBrk="0" hangingPunct="1">
      <a:defRPr sz="1162" kern="1200">
        <a:solidFill>
          <a:schemeClr val="tx1"/>
        </a:solidFill>
        <a:latin typeface="+mn-lt"/>
        <a:ea typeface="+mn-ea"/>
        <a:cs typeface="+mn-cs"/>
      </a:defRPr>
    </a:lvl7pPr>
    <a:lvl8pPr marL="3097483" algn="l" defTabSz="884995" rtl="0" eaLnBrk="1" latinLnBrk="0" hangingPunct="1">
      <a:defRPr sz="1162" kern="1200">
        <a:solidFill>
          <a:schemeClr val="tx1"/>
        </a:solidFill>
        <a:latin typeface="+mn-lt"/>
        <a:ea typeface="+mn-ea"/>
        <a:cs typeface="+mn-cs"/>
      </a:defRPr>
    </a:lvl8pPr>
    <a:lvl9pPr marL="3539981" algn="l" defTabSz="884995" rtl="0" eaLnBrk="1" latinLnBrk="0" hangingPunct="1">
      <a:defRPr sz="116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3265" y="1173285"/>
            <a:ext cx="4570334" cy="2495926"/>
          </a:xfrm>
        </p:spPr>
        <p:txBody>
          <a:bodyPr anchor="b"/>
          <a:lstStyle>
            <a:lvl1pPr algn="ctr">
              <a:defRPr sz="352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2108" y="3765464"/>
            <a:ext cx="4032647" cy="1730885"/>
          </a:xfrm>
        </p:spPr>
        <p:txBody>
          <a:bodyPr/>
          <a:lstStyle>
            <a:lvl1pPr marL="0" indent="0" algn="ctr">
              <a:buNone/>
              <a:defRPr sz="1411"/>
            </a:lvl1pPr>
            <a:lvl2pPr marL="268834" indent="0" algn="ctr">
              <a:buNone/>
              <a:defRPr sz="1176"/>
            </a:lvl2pPr>
            <a:lvl3pPr marL="537667" indent="0" algn="ctr">
              <a:buNone/>
              <a:defRPr sz="1058"/>
            </a:lvl3pPr>
            <a:lvl4pPr marL="806501" indent="0" algn="ctr">
              <a:buNone/>
              <a:defRPr sz="941"/>
            </a:lvl4pPr>
            <a:lvl5pPr marL="1075334" indent="0" algn="ctr">
              <a:buNone/>
              <a:defRPr sz="941"/>
            </a:lvl5pPr>
            <a:lvl6pPr marL="1344168" indent="0" algn="ctr">
              <a:buNone/>
              <a:defRPr sz="941"/>
            </a:lvl6pPr>
            <a:lvl7pPr marL="1613002" indent="0" algn="ctr">
              <a:buNone/>
              <a:defRPr sz="941"/>
            </a:lvl7pPr>
            <a:lvl8pPr marL="1881835" indent="0" algn="ctr">
              <a:buNone/>
              <a:defRPr sz="941"/>
            </a:lvl8pPr>
            <a:lvl9pPr marL="2150669" indent="0" algn="ctr">
              <a:buNone/>
              <a:defRPr sz="941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1713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163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859" y="1787311"/>
            <a:ext cx="4637544" cy="2982167"/>
          </a:xfrm>
        </p:spPr>
        <p:txBody>
          <a:bodyPr anchor="b"/>
          <a:lstStyle>
            <a:lvl1pPr>
              <a:defRPr sz="352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6859" y="4797690"/>
            <a:ext cx="4637544" cy="1568251"/>
          </a:xfrm>
        </p:spPr>
        <p:txBody>
          <a:bodyPr/>
          <a:lstStyle>
            <a:lvl1pPr marL="0" indent="0">
              <a:buNone/>
              <a:defRPr sz="1411">
                <a:solidFill>
                  <a:schemeClr val="tx1"/>
                </a:solidFill>
              </a:defRPr>
            </a:lvl1pPr>
            <a:lvl2pPr marL="268834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2pPr>
            <a:lvl3pPr marL="537667" indent="0">
              <a:buNone/>
              <a:defRPr sz="1058">
                <a:solidFill>
                  <a:schemeClr val="tx1">
                    <a:tint val="75000"/>
                  </a:schemeClr>
                </a:solidFill>
              </a:defRPr>
            </a:lvl3pPr>
            <a:lvl4pPr marL="806501" indent="0">
              <a:buNone/>
              <a:defRPr sz="941">
                <a:solidFill>
                  <a:schemeClr val="tx1">
                    <a:tint val="75000"/>
                  </a:schemeClr>
                </a:solidFill>
              </a:defRPr>
            </a:lvl4pPr>
            <a:lvl5pPr marL="1075334" indent="0">
              <a:buNone/>
              <a:defRPr sz="941">
                <a:solidFill>
                  <a:schemeClr val="tx1">
                    <a:tint val="75000"/>
                  </a:schemeClr>
                </a:solidFill>
              </a:defRPr>
            </a:lvl5pPr>
            <a:lvl6pPr marL="1344168" indent="0">
              <a:buNone/>
              <a:defRPr sz="941">
                <a:solidFill>
                  <a:schemeClr val="tx1">
                    <a:tint val="75000"/>
                  </a:schemeClr>
                </a:solidFill>
              </a:defRPr>
            </a:lvl6pPr>
            <a:lvl7pPr marL="1613002" indent="0">
              <a:buNone/>
              <a:defRPr sz="941">
                <a:solidFill>
                  <a:schemeClr val="tx1">
                    <a:tint val="75000"/>
                  </a:schemeClr>
                </a:solidFill>
              </a:defRPr>
            </a:lvl7pPr>
            <a:lvl8pPr marL="1881835" indent="0">
              <a:buNone/>
              <a:defRPr sz="941">
                <a:solidFill>
                  <a:schemeClr val="tx1">
                    <a:tint val="75000"/>
                  </a:schemeClr>
                </a:solidFill>
              </a:defRPr>
            </a:lvl8pPr>
            <a:lvl9pPr marL="2150669" indent="0">
              <a:buNone/>
              <a:defRPr sz="94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9052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9659" y="1908454"/>
            <a:ext cx="2285167" cy="45487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22037" y="1908454"/>
            <a:ext cx="2285167" cy="45487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2839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360" y="381693"/>
            <a:ext cx="4637544" cy="138570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0360" y="1757438"/>
            <a:ext cx="2274665" cy="861293"/>
          </a:xfrm>
        </p:spPr>
        <p:txBody>
          <a:bodyPr anchor="b"/>
          <a:lstStyle>
            <a:lvl1pPr marL="0" indent="0">
              <a:buNone/>
              <a:defRPr sz="1411" b="1"/>
            </a:lvl1pPr>
            <a:lvl2pPr marL="268834" indent="0">
              <a:buNone/>
              <a:defRPr sz="1176" b="1"/>
            </a:lvl2pPr>
            <a:lvl3pPr marL="537667" indent="0">
              <a:buNone/>
              <a:defRPr sz="1058" b="1"/>
            </a:lvl3pPr>
            <a:lvl4pPr marL="806501" indent="0">
              <a:buNone/>
              <a:defRPr sz="941" b="1"/>
            </a:lvl4pPr>
            <a:lvl5pPr marL="1075334" indent="0">
              <a:buNone/>
              <a:defRPr sz="941" b="1"/>
            </a:lvl5pPr>
            <a:lvl6pPr marL="1344168" indent="0">
              <a:buNone/>
              <a:defRPr sz="941" b="1"/>
            </a:lvl6pPr>
            <a:lvl7pPr marL="1613002" indent="0">
              <a:buNone/>
              <a:defRPr sz="941" b="1"/>
            </a:lvl7pPr>
            <a:lvl8pPr marL="1881835" indent="0">
              <a:buNone/>
              <a:defRPr sz="941" b="1"/>
            </a:lvl8pPr>
            <a:lvl9pPr marL="2150669" indent="0">
              <a:buNone/>
              <a:defRPr sz="941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0360" y="2618731"/>
            <a:ext cx="2274665" cy="385175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22037" y="1757438"/>
            <a:ext cx="2285867" cy="861293"/>
          </a:xfrm>
        </p:spPr>
        <p:txBody>
          <a:bodyPr anchor="b"/>
          <a:lstStyle>
            <a:lvl1pPr marL="0" indent="0">
              <a:buNone/>
              <a:defRPr sz="1411" b="1"/>
            </a:lvl1pPr>
            <a:lvl2pPr marL="268834" indent="0">
              <a:buNone/>
              <a:defRPr sz="1176" b="1"/>
            </a:lvl2pPr>
            <a:lvl3pPr marL="537667" indent="0">
              <a:buNone/>
              <a:defRPr sz="1058" b="1"/>
            </a:lvl3pPr>
            <a:lvl4pPr marL="806501" indent="0">
              <a:buNone/>
              <a:defRPr sz="941" b="1"/>
            </a:lvl4pPr>
            <a:lvl5pPr marL="1075334" indent="0">
              <a:buNone/>
              <a:defRPr sz="941" b="1"/>
            </a:lvl5pPr>
            <a:lvl6pPr marL="1344168" indent="0">
              <a:buNone/>
              <a:defRPr sz="941" b="1"/>
            </a:lvl6pPr>
            <a:lvl7pPr marL="1613002" indent="0">
              <a:buNone/>
              <a:defRPr sz="941" b="1"/>
            </a:lvl7pPr>
            <a:lvl8pPr marL="1881835" indent="0">
              <a:buNone/>
              <a:defRPr sz="941" b="1"/>
            </a:lvl8pPr>
            <a:lvl9pPr marL="2150669" indent="0">
              <a:buNone/>
              <a:defRPr sz="941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22037" y="2618731"/>
            <a:ext cx="2285867" cy="385175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5585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4000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9643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360" y="477943"/>
            <a:ext cx="1734178" cy="1672802"/>
          </a:xfrm>
        </p:spPr>
        <p:txBody>
          <a:bodyPr anchor="b"/>
          <a:lstStyle>
            <a:lvl1pPr>
              <a:defRPr sz="1882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5867" y="1032226"/>
            <a:ext cx="2722037" cy="5094743"/>
          </a:xfrm>
        </p:spPr>
        <p:txBody>
          <a:bodyPr/>
          <a:lstStyle>
            <a:lvl1pPr>
              <a:defRPr sz="1882"/>
            </a:lvl1pPr>
            <a:lvl2pPr>
              <a:defRPr sz="1646"/>
            </a:lvl2pPr>
            <a:lvl3pPr>
              <a:defRPr sz="1411"/>
            </a:lvl3pPr>
            <a:lvl4pPr>
              <a:defRPr sz="1176"/>
            </a:lvl4pPr>
            <a:lvl5pPr>
              <a:defRPr sz="1176"/>
            </a:lvl5pPr>
            <a:lvl6pPr>
              <a:defRPr sz="1176"/>
            </a:lvl6pPr>
            <a:lvl7pPr>
              <a:defRPr sz="1176"/>
            </a:lvl7pPr>
            <a:lvl8pPr>
              <a:defRPr sz="1176"/>
            </a:lvl8pPr>
            <a:lvl9pPr>
              <a:defRPr sz="1176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0360" y="2150745"/>
            <a:ext cx="1734178" cy="3984521"/>
          </a:xfrm>
        </p:spPr>
        <p:txBody>
          <a:bodyPr/>
          <a:lstStyle>
            <a:lvl1pPr marL="0" indent="0">
              <a:buNone/>
              <a:defRPr sz="941"/>
            </a:lvl1pPr>
            <a:lvl2pPr marL="268834" indent="0">
              <a:buNone/>
              <a:defRPr sz="823"/>
            </a:lvl2pPr>
            <a:lvl3pPr marL="537667" indent="0">
              <a:buNone/>
              <a:defRPr sz="706"/>
            </a:lvl3pPr>
            <a:lvl4pPr marL="806501" indent="0">
              <a:buNone/>
              <a:defRPr sz="588"/>
            </a:lvl4pPr>
            <a:lvl5pPr marL="1075334" indent="0">
              <a:buNone/>
              <a:defRPr sz="588"/>
            </a:lvl5pPr>
            <a:lvl6pPr marL="1344168" indent="0">
              <a:buNone/>
              <a:defRPr sz="588"/>
            </a:lvl6pPr>
            <a:lvl7pPr marL="1613002" indent="0">
              <a:buNone/>
              <a:defRPr sz="588"/>
            </a:lvl7pPr>
            <a:lvl8pPr marL="1881835" indent="0">
              <a:buNone/>
              <a:defRPr sz="588"/>
            </a:lvl8pPr>
            <a:lvl9pPr marL="2150669" indent="0">
              <a:buNone/>
              <a:defRPr sz="588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554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360" y="477943"/>
            <a:ext cx="1734178" cy="1672802"/>
          </a:xfrm>
        </p:spPr>
        <p:txBody>
          <a:bodyPr anchor="b"/>
          <a:lstStyle>
            <a:lvl1pPr>
              <a:defRPr sz="1882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867" y="1032226"/>
            <a:ext cx="2722037" cy="5094743"/>
          </a:xfrm>
        </p:spPr>
        <p:txBody>
          <a:bodyPr anchor="t"/>
          <a:lstStyle>
            <a:lvl1pPr marL="0" indent="0">
              <a:buNone/>
              <a:defRPr sz="1882"/>
            </a:lvl1pPr>
            <a:lvl2pPr marL="268834" indent="0">
              <a:buNone/>
              <a:defRPr sz="1646"/>
            </a:lvl2pPr>
            <a:lvl3pPr marL="537667" indent="0">
              <a:buNone/>
              <a:defRPr sz="1411"/>
            </a:lvl3pPr>
            <a:lvl4pPr marL="806501" indent="0">
              <a:buNone/>
              <a:defRPr sz="1176"/>
            </a:lvl4pPr>
            <a:lvl5pPr marL="1075334" indent="0">
              <a:buNone/>
              <a:defRPr sz="1176"/>
            </a:lvl5pPr>
            <a:lvl6pPr marL="1344168" indent="0">
              <a:buNone/>
              <a:defRPr sz="1176"/>
            </a:lvl6pPr>
            <a:lvl7pPr marL="1613002" indent="0">
              <a:buNone/>
              <a:defRPr sz="1176"/>
            </a:lvl7pPr>
            <a:lvl8pPr marL="1881835" indent="0">
              <a:buNone/>
              <a:defRPr sz="1176"/>
            </a:lvl8pPr>
            <a:lvl9pPr marL="2150669" indent="0">
              <a:buNone/>
              <a:defRPr sz="1176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0360" y="2150745"/>
            <a:ext cx="1734178" cy="3984521"/>
          </a:xfrm>
        </p:spPr>
        <p:txBody>
          <a:bodyPr/>
          <a:lstStyle>
            <a:lvl1pPr marL="0" indent="0">
              <a:buNone/>
              <a:defRPr sz="941"/>
            </a:lvl1pPr>
            <a:lvl2pPr marL="268834" indent="0">
              <a:buNone/>
              <a:defRPr sz="823"/>
            </a:lvl2pPr>
            <a:lvl3pPr marL="537667" indent="0">
              <a:buNone/>
              <a:defRPr sz="706"/>
            </a:lvl3pPr>
            <a:lvl4pPr marL="806501" indent="0">
              <a:buNone/>
              <a:defRPr sz="588"/>
            </a:lvl4pPr>
            <a:lvl5pPr marL="1075334" indent="0">
              <a:buNone/>
              <a:defRPr sz="588"/>
            </a:lvl5pPr>
            <a:lvl6pPr marL="1344168" indent="0">
              <a:buNone/>
              <a:defRPr sz="588"/>
            </a:lvl6pPr>
            <a:lvl7pPr marL="1613002" indent="0">
              <a:buNone/>
              <a:defRPr sz="588"/>
            </a:lvl7pPr>
            <a:lvl8pPr marL="1881835" indent="0">
              <a:buNone/>
              <a:defRPr sz="588"/>
            </a:lvl8pPr>
            <a:lvl9pPr marL="2150669" indent="0">
              <a:buNone/>
              <a:defRPr sz="588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6053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6342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47818" y="381691"/>
            <a:ext cx="1159386" cy="6075523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9660" y="381691"/>
            <a:ext cx="3410947" cy="6075523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92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9660" y="381693"/>
            <a:ext cx="4637544" cy="13857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9660" y="1908454"/>
            <a:ext cx="4637544" cy="4548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9659" y="6644741"/>
            <a:ext cx="1209794" cy="38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948CF4-78D3-4A55-B711-C070BB14A855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81086" y="6644741"/>
            <a:ext cx="1814691" cy="38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797410" y="6644741"/>
            <a:ext cx="1209794" cy="38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1327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537667" rtl="0" eaLnBrk="1" latinLnBrk="0" hangingPunct="1">
        <a:lnSpc>
          <a:spcPct val="90000"/>
        </a:lnSpc>
        <a:spcBef>
          <a:spcPct val="0"/>
        </a:spcBef>
        <a:buNone/>
        <a:defRPr sz="258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4417" indent="-134417" algn="l" defTabSz="537667" rtl="0" eaLnBrk="1" latinLnBrk="0" hangingPunct="1">
        <a:lnSpc>
          <a:spcPct val="90000"/>
        </a:lnSpc>
        <a:spcBef>
          <a:spcPts val="588"/>
        </a:spcBef>
        <a:buFont typeface="Arial" panose="020B0604020202020204" pitchFamily="34" charset="0"/>
        <a:buChar char="•"/>
        <a:defRPr sz="1646" kern="1200">
          <a:solidFill>
            <a:schemeClr val="tx1"/>
          </a:solidFill>
          <a:latin typeface="+mn-lt"/>
          <a:ea typeface="+mn-ea"/>
          <a:cs typeface="+mn-cs"/>
        </a:defRPr>
      </a:lvl1pPr>
      <a:lvl2pPr marL="403250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411" kern="1200">
          <a:solidFill>
            <a:schemeClr val="tx1"/>
          </a:solidFill>
          <a:latin typeface="+mn-lt"/>
          <a:ea typeface="+mn-ea"/>
          <a:cs typeface="+mn-cs"/>
        </a:defRPr>
      </a:lvl2pPr>
      <a:lvl3pPr marL="672084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176" kern="1200">
          <a:solidFill>
            <a:schemeClr val="tx1"/>
          </a:solidFill>
          <a:latin typeface="+mn-lt"/>
          <a:ea typeface="+mn-ea"/>
          <a:cs typeface="+mn-cs"/>
        </a:defRPr>
      </a:lvl3pPr>
      <a:lvl4pPr marL="940918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058" kern="1200">
          <a:solidFill>
            <a:schemeClr val="tx1"/>
          </a:solidFill>
          <a:latin typeface="+mn-lt"/>
          <a:ea typeface="+mn-ea"/>
          <a:cs typeface="+mn-cs"/>
        </a:defRPr>
      </a:lvl4pPr>
      <a:lvl5pPr marL="1209751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058" kern="1200">
          <a:solidFill>
            <a:schemeClr val="tx1"/>
          </a:solidFill>
          <a:latin typeface="+mn-lt"/>
          <a:ea typeface="+mn-ea"/>
          <a:cs typeface="+mn-cs"/>
        </a:defRPr>
      </a:lvl5pPr>
      <a:lvl6pPr marL="1478585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058" kern="1200">
          <a:solidFill>
            <a:schemeClr val="tx1"/>
          </a:solidFill>
          <a:latin typeface="+mn-lt"/>
          <a:ea typeface="+mn-ea"/>
          <a:cs typeface="+mn-cs"/>
        </a:defRPr>
      </a:lvl6pPr>
      <a:lvl7pPr marL="1747418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058" kern="1200">
          <a:solidFill>
            <a:schemeClr val="tx1"/>
          </a:solidFill>
          <a:latin typeface="+mn-lt"/>
          <a:ea typeface="+mn-ea"/>
          <a:cs typeface="+mn-cs"/>
        </a:defRPr>
      </a:lvl7pPr>
      <a:lvl8pPr marL="2016252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058" kern="1200">
          <a:solidFill>
            <a:schemeClr val="tx1"/>
          </a:solidFill>
          <a:latin typeface="+mn-lt"/>
          <a:ea typeface="+mn-ea"/>
          <a:cs typeface="+mn-cs"/>
        </a:defRPr>
      </a:lvl8pPr>
      <a:lvl9pPr marL="2285086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0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1pPr>
      <a:lvl2pPr marL="268834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2pPr>
      <a:lvl3pPr marL="537667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3pPr>
      <a:lvl4pPr marL="806501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4pPr>
      <a:lvl5pPr marL="1075334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5pPr>
      <a:lvl6pPr marL="1344168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6pPr>
      <a:lvl7pPr marL="1613002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7pPr>
      <a:lvl8pPr marL="1881835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8pPr>
      <a:lvl9pPr marL="2150669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R_PRODUTO">
            <a:extLst>
              <a:ext uri="{FF2B5EF4-FFF2-40B4-BE49-F238E27FC236}">
                <a16:creationId xmlns:a16="http://schemas.microsoft.com/office/drawing/2014/main" id="{2F4FB5AC-4F12-9018-8C64-6CEED7170C78}"/>
              </a:ext>
            </a:extLst>
          </p:cNvPr>
          <p:cNvSpPr>
            <a:spLocks noChangeArrowheads="1" noChangeShapeType="1"/>
          </p:cNvSpPr>
          <p:nvPr/>
        </p:nvSpPr>
        <p:spPr bwMode="auto">
          <a:xfrm>
            <a:off x="485558" y="1511815"/>
            <a:ext cx="4405745" cy="136700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9792"/>
              </a:avLst>
            </a:prstTxWarp>
          </a:bodyPr>
          <a:lstStyle/>
          <a:p>
            <a:pPr algn="ctr"/>
            <a:r>
              <a:rPr lang="pt-BR" sz="40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WHISKY JOHNNIE</a:t>
            </a:r>
          </a:p>
          <a:p>
            <a:pPr algn="ctr"/>
            <a:r>
              <a:rPr lang="pt-BR" sz="40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WALKER RED LABEL 1L</a:t>
            </a:r>
          </a:p>
        </p:txBody>
      </p:sp>
      <p:sp>
        <p:nvSpPr>
          <p:cNvPr id="12" name="WordArt 6">
            <a:extLst>
              <a:ext uri="{FF2B5EF4-FFF2-40B4-BE49-F238E27FC236}">
                <a16:creationId xmlns:a16="http://schemas.microsoft.com/office/drawing/2014/main" id="{2E6F9504-5A34-7F0E-02A3-F187AE943B4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13024" y="3069416"/>
            <a:ext cx="561806" cy="248864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R$</a:t>
            </a:r>
          </a:p>
        </p:txBody>
      </p:sp>
      <p:sp>
        <p:nvSpPr>
          <p:cNvPr id="13" name="SR_UNIDADE_PROMO">
            <a:extLst>
              <a:ext uri="{FF2B5EF4-FFF2-40B4-BE49-F238E27FC236}">
                <a16:creationId xmlns:a16="http://schemas.microsoft.com/office/drawing/2014/main" id="{D13BE144-80D0-63C3-E1CD-E0F8C635C436}"/>
              </a:ext>
            </a:extLst>
          </p:cNvPr>
          <p:cNvSpPr>
            <a:spLocks noChangeArrowheads="1" noChangeShapeType="1"/>
          </p:cNvSpPr>
          <p:nvPr/>
        </p:nvSpPr>
        <p:spPr bwMode="auto">
          <a:xfrm>
            <a:off x="76491" y="3453427"/>
            <a:ext cx="768834" cy="36674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CADA</a:t>
            </a:r>
          </a:p>
        </p:txBody>
      </p:sp>
      <p:sp>
        <p:nvSpPr>
          <p:cNvPr id="15" name="SR_PRECO_PROMO">
            <a:extLst>
              <a:ext uri="{FF2B5EF4-FFF2-40B4-BE49-F238E27FC236}">
                <a16:creationId xmlns:a16="http://schemas.microsoft.com/office/drawing/2014/main" id="{BEF3EBE6-9758-CA88-5307-5BF8346B9A9F}"/>
              </a:ext>
            </a:extLst>
          </p:cNvPr>
          <p:cNvSpPr>
            <a:spLocks noChangeArrowheads="1" noChangeShapeType="1"/>
          </p:cNvSpPr>
          <p:nvPr/>
        </p:nvSpPr>
        <p:spPr bwMode="auto">
          <a:xfrm>
            <a:off x="973289" y="2926350"/>
            <a:ext cx="3685798" cy="91041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29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92,77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9B3C68A4-7D48-9944-ECFA-DB0415967FC3}"/>
              </a:ext>
            </a:extLst>
          </p:cNvPr>
          <p:cNvSpPr/>
          <p:nvPr/>
        </p:nvSpPr>
        <p:spPr>
          <a:xfrm>
            <a:off x="5563072" y="6476845"/>
            <a:ext cx="1868993" cy="78530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718"/>
          </a:p>
        </p:txBody>
      </p:sp>
      <p:pic>
        <p:nvPicPr>
          <p:cNvPr id="22" name="Imagem 3">
            <a:extLst>
              <a:ext uri="{FF2B5EF4-FFF2-40B4-BE49-F238E27FC236}">
                <a16:creationId xmlns:a16="http://schemas.microsoft.com/office/drawing/2014/main" id="{23A0C3A5-131E-A058-B282-70050F20C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5514" y="6118384"/>
            <a:ext cx="1145512" cy="751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WordArt 4">
            <a:extLst>
              <a:ext uri="{FF2B5EF4-FFF2-40B4-BE49-F238E27FC236}">
                <a16:creationId xmlns:a16="http://schemas.microsoft.com/office/drawing/2014/main" id="{3D94B77C-806F-5239-C339-C92ACDACEC5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603264" y="6237803"/>
            <a:ext cx="1617784" cy="23815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ESPAÇO LOGO SR CARTAZ</a:t>
            </a:r>
          </a:p>
        </p:txBody>
      </p:sp>
      <p:sp>
        <p:nvSpPr>
          <p:cNvPr id="24" name="WordArt 4">
            <a:extLst>
              <a:ext uri="{FF2B5EF4-FFF2-40B4-BE49-F238E27FC236}">
                <a16:creationId xmlns:a16="http://schemas.microsoft.com/office/drawing/2014/main" id="{E8DEEAE6-C9E7-FBCF-BBD5-032AE254EB0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14431" y="222164"/>
            <a:ext cx="3944656" cy="821984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OFERTA</a:t>
            </a:r>
          </a:p>
        </p:txBody>
      </p:sp>
      <p:sp>
        <p:nvSpPr>
          <p:cNvPr id="9" name="WordArt 6">
            <a:extLst>
              <a:ext uri="{FF2B5EF4-FFF2-40B4-BE49-F238E27FC236}">
                <a16:creationId xmlns:a16="http://schemas.microsoft.com/office/drawing/2014/main" id="{F9ECAE6A-502F-84C4-1D04-9991F101EBD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65522" y="4409912"/>
            <a:ext cx="590773" cy="36674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R$</a:t>
            </a:r>
          </a:p>
        </p:txBody>
      </p:sp>
      <p:sp>
        <p:nvSpPr>
          <p:cNvPr id="11" name="SR_UNIDADE_CLUBE">
            <a:extLst>
              <a:ext uri="{FF2B5EF4-FFF2-40B4-BE49-F238E27FC236}">
                <a16:creationId xmlns:a16="http://schemas.microsoft.com/office/drawing/2014/main" id="{56CE9264-DD8D-BDC6-CE6E-26F067F7E9C3}"/>
              </a:ext>
            </a:extLst>
          </p:cNvPr>
          <p:cNvSpPr>
            <a:spLocks noChangeArrowheads="1" noChangeShapeType="1"/>
          </p:cNvSpPr>
          <p:nvPr/>
        </p:nvSpPr>
        <p:spPr bwMode="auto">
          <a:xfrm>
            <a:off x="52570" y="5208750"/>
            <a:ext cx="768834" cy="36674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44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CADA</a:t>
            </a: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6FE946C4-F466-CEB8-4447-C1B49EFE6F93}"/>
              </a:ext>
            </a:extLst>
          </p:cNvPr>
          <p:cNvCxnSpPr>
            <a:cxnSpLocks/>
          </p:cNvCxnSpPr>
          <p:nvPr/>
        </p:nvCxnSpPr>
        <p:spPr>
          <a:xfrm>
            <a:off x="913790" y="6133210"/>
            <a:ext cx="0" cy="75826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Imagem 46">
            <a:extLst>
              <a:ext uri="{FF2B5EF4-FFF2-40B4-BE49-F238E27FC236}">
                <a16:creationId xmlns:a16="http://schemas.microsoft.com/office/drawing/2014/main" id="{6C9227A2-EA73-B1B0-7B70-DFC30BB9D9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50114"/>
            <a:ext cx="5400675" cy="2465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SR_PRECO_CLUBE">
            <a:extLst>
              <a:ext uri="{FF2B5EF4-FFF2-40B4-BE49-F238E27FC236}">
                <a16:creationId xmlns:a16="http://schemas.microsoft.com/office/drawing/2014/main" id="{E4491C1F-3E2E-AD95-C008-DC6F6B23F4FD}"/>
              </a:ext>
            </a:extLst>
          </p:cNvPr>
          <p:cNvSpPr>
            <a:spLocks noChangeArrowheads="1" noChangeShapeType="1"/>
          </p:cNvSpPr>
          <p:nvPr/>
        </p:nvSpPr>
        <p:spPr bwMode="auto">
          <a:xfrm>
            <a:off x="945797" y="4460255"/>
            <a:ext cx="3846847" cy="128375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48"/>
              </a:avLst>
            </a:prstTxWarp>
          </a:bodyPr>
          <a:lstStyle/>
          <a:p>
            <a:pPr algn="ctr"/>
            <a:r>
              <a:rPr lang="pt-BR" sz="3616" kern="1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89,64</a:t>
            </a:r>
            <a:endParaRPr lang="pt-BR" sz="3616" kern="10" dirty="0">
              <a:ln w="9525">
                <a:solidFill>
                  <a:schemeClr val="tx1"/>
                </a:solidFill>
                <a:round/>
                <a:headEnd/>
                <a:tailEnd/>
              </a:ln>
              <a:latin typeface="Algerian" panose="04020705040A02060702" pitchFamily="82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465C89A-852A-2553-F323-D32BCA142B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4557"/>
          <a:stretch>
            <a:fillRect/>
          </a:stretch>
        </p:blipFill>
        <p:spPr>
          <a:xfrm>
            <a:off x="123212" y="6133210"/>
            <a:ext cx="703702" cy="737306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09EA5AF2-0A25-B26A-CB83-6095791CBF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667" y="6186027"/>
            <a:ext cx="667160" cy="661095"/>
          </a:xfrm>
          <a:prstGeom prst="rect">
            <a:avLst/>
          </a:prstGeom>
        </p:spPr>
      </p:pic>
      <p:sp>
        <p:nvSpPr>
          <p:cNvPr id="6" name="SR_VALIDADE">
            <a:extLst>
              <a:ext uri="{FF2B5EF4-FFF2-40B4-BE49-F238E27FC236}">
                <a16:creationId xmlns:a16="http://schemas.microsoft.com/office/drawing/2014/main" id="{3048073B-3759-ABD3-1258-D6975395FD71}"/>
              </a:ext>
            </a:extLst>
          </p:cNvPr>
          <p:cNvSpPr>
            <a:spLocks noChangeArrowheads="1" noChangeShapeType="1"/>
          </p:cNvSpPr>
          <p:nvPr/>
        </p:nvSpPr>
        <p:spPr bwMode="auto">
          <a:xfrm>
            <a:off x="2192441" y="6247625"/>
            <a:ext cx="1353560" cy="37378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40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Válida ATÉ</a:t>
            </a:r>
          </a:p>
          <a:p>
            <a:pPr algn="ctr"/>
            <a:r>
              <a:rPr lang="pt-BR" sz="40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DIA 09/08/2026</a:t>
            </a:r>
          </a:p>
        </p:txBody>
      </p:sp>
      <p:sp>
        <p:nvSpPr>
          <p:cNvPr id="16" name="SR_CAMPANHA">
            <a:extLst>
              <a:ext uri="{FF2B5EF4-FFF2-40B4-BE49-F238E27FC236}">
                <a16:creationId xmlns:a16="http://schemas.microsoft.com/office/drawing/2014/main" id="{52ED78EB-EF22-D65E-2681-C8D922E7D1E6}"/>
              </a:ext>
            </a:extLst>
          </p:cNvPr>
          <p:cNvSpPr>
            <a:spLocks noChangeArrowheads="1" noChangeShapeType="1"/>
          </p:cNvSpPr>
          <p:nvPr/>
        </p:nvSpPr>
        <p:spPr bwMode="auto">
          <a:xfrm>
            <a:off x="1764573" y="6007588"/>
            <a:ext cx="2209296" cy="23513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40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OFERTAS DA LIMPEZA!!</a:t>
            </a:r>
          </a:p>
        </p:txBody>
      </p:sp>
      <p:sp>
        <p:nvSpPr>
          <p:cNvPr id="17" name="WordArt 4">
            <a:extLst>
              <a:ext uri="{FF2B5EF4-FFF2-40B4-BE49-F238E27FC236}">
                <a16:creationId xmlns:a16="http://schemas.microsoft.com/office/drawing/2014/main" id="{61CA0D23-D027-A217-D301-C2C48104AB3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824974" y="6626309"/>
            <a:ext cx="2088495" cy="11040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Ou até enquanto durarem nossos estoques</a:t>
            </a:r>
          </a:p>
        </p:txBody>
      </p:sp>
      <p:sp>
        <p:nvSpPr>
          <p:cNvPr id="21" name="WordArt 4">
            <a:extLst>
              <a:ext uri="{FF2B5EF4-FFF2-40B4-BE49-F238E27FC236}">
                <a16:creationId xmlns:a16="http://schemas.microsoft.com/office/drawing/2014/main" id="{C9303CCA-BC05-E6C0-F2BE-0DF2D63D770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824974" y="6736715"/>
            <a:ext cx="2088495" cy="11040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204"/>
              </a:avLst>
            </a:prstTxWarp>
          </a:bodyPr>
          <a:lstStyle/>
          <a:p>
            <a:pPr algn="ctr"/>
            <a:r>
              <a:rPr lang="fi-FI" sz="40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OFERTA VÁLIDA SANTA JULIANA (34)3354-0515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57895A34-4DAC-15CA-725F-98D11DBF27BC}"/>
              </a:ext>
            </a:extLst>
          </p:cNvPr>
          <p:cNvCxnSpPr/>
          <p:nvPr/>
        </p:nvCxnSpPr>
        <p:spPr>
          <a:xfrm>
            <a:off x="714431" y="1044148"/>
            <a:ext cx="4023839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73371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12186</TotalTime>
  <Words>44</Words>
  <Application>Microsoft Office PowerPoint</Application>
  <PresentationFormat>Papel B5 (ISO) (176 x 250 mm)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Algerian</vt:lpstr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Usuario</dc:creator>
  <cp:lastModifiedBy>Lucas Amaral</cp:lastModifiedBy>
  <cp:revision>462</cp:revision>
  <cp:lastPrinted>2026-08-07T19:58:12Z</cp:lastPrinted>
  <dcterms:created xsi:type="dcterms:W3CDTF">2024-08-29T17:41:17Z</dcterms:created>
  <dcterms:modified xsi:type="dcterms:W3CDTF">2026-08-07T19:58:14Z</dcterms:modified>
</cp:coreProperties>
</file>