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notesMasterIdLst>
    <p:notesMasterId r:id="rId3"/>
  </p:notesMasterIdLst>
  <p:sldIdLst>
    <p:sldId id="256" r:id="rId2"/>
  </p:sldIdLst>
  <p:sldSz cx="5376863" cy="7169150" type="B5ISO"/>
  <p:notesSz cx="7104063" cy="102346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1694" userDrawn="1">
          <p15:clr>
            <a:srgbClr val="A4A3A4"/>
          </p15:clr>
        </p15:guide>
        <p15:guide id="3" orient="horz" pos="103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054" autoAdjust="0"/>
    <p:restoredTop sz="96374" autoAdjust="0"/>
  </p:normalViewPr>
  <p:slideViewPr>
    <p:cSldViewPr snapToGrid="0" showGuides="1">
      <p:cViewPr varScale="1">
        <p:scale>
          <a:sx n="110" d="100"/>
          <a:sy n="110" d="100"/>
        </p:scale>
        <p:origin x="3036" y="42"/>
      </p:cViewPr>
      <p:guideLst>
        <p:guide pos="1694"/>
        <p:guide orient="horz" pos="103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99" y="90"/>
            <a:ext cx="3077769" cy="513883"/>
          </a:xfrm>
          <a:prstGeom prst="rect">
            <a:avLst/>
          </a:prstGeom>
        </p:spPr>
        <p:txBody>
          <a:bodyPr vert="horz" lIns="138354" tIns="69157" rIns="138354" bIns="69157" rtlCol="0"/>
          <a:lstStyle>
            <a:lvl1pPr algn="l">
              <a:defRPr sz="19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4023922" y="90"/>
            <a:ext cx="3077769" cy="513883"/>
          </a:xfrm>
          <a:prstGeom prst="rect">
            <a:avLst/>
          </a:prstGeom>
        </p:spPr>
        <p:txBody>
          <a:bodyPr vert="horz" lIns="138354" tIns="69157" rIns="138354" bIns="69157" rtlCol="0"/>
          <a:lstStyle>
            <a:lvl1pPr algn="r">
              <a:defRPr sz="1900"/>
            </a:lvl1pPr>
          </a:lstStyle>
          <a:p>
            <a:fld id="{A99A84D1-6678-42CF-98F3-A36343E278C0}" type="datetimeFigureOut">
              <a:rPr lang="pt-BR" smtClean="0"/>
              <a:t>27/08/2026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2257425" y="1277938"/>
            <a:ext cx="2589213" cy="34528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138354" tIns="69157" rIns="138354" bIns="69157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711407" y="4926182"/>
            <a:ext cx="5681273" cy="4029790"/>
          </a:xfrm>
          <a:prstGeom prst="rect">
            <a:avLst/>
          </a:prstGeom>
        </p:spPr>
        <p:txBody>
          <a:bodyPr vert="horz" lIns="138354" tIns="69157" rIns="138354" bIns="69157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99" y="9720741"/>
            <a:ext cx="3077769" cy="513881"/>
          </a:xfrm>
          <a:prstGeom prst="rect">
            <a:avLst/>
          </a:prstGeom>
        </p:spPr>
        <p:txBody>
          <a:bodyPr vert="horz" lIns="138354" tIns="69157" rIns="138354" bIns="69157" rtlCol="0" anchor="b"/>
          <a:lstStyle>
            <a:lvl1pPr algn="l">
              <a:defRPr sz="19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4023922" y="9720741"/>
            <a:ext cx="3077769" cy="513881"/>
          </a:xfrm>
          <a:prstGeom prst="rect">
            <a:avLst/>
          </a:prstGeom>
        </p:spPr>
        <p:txBody>
          <a:bodyPr vert="horz" lIns="138354" tIns="69157" rIns="138354" bIns="69157" rtlCol="0" anchor="b"/>
          <a:lstStyle>
            <a:lvl1pPr algn="r">
              <a:defRPr sz="1900"/>
            </a:lvl1pPr>
          </a:lstStyle>
          <a:p>
            <a:fld id="{0F129D01-4943-44FC-9F5F-60919136D23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147252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884995" rtl="0" eaLnBrk="1" latinLnBrk="0" hangingPunct="1">
      <a:defRPr sz="1162" kern="1200">
        <a:solidFill>
          <a:schemeClr val="tx1"/>
        </a:solidFill>
        <a:latin typeface="+mn-lt"/>
        <a:ea typeface="+mn-ea"/>
        <a:cs typeface="+mn-cs"/>
      </a:defRPr>
    </a:lvl1pPr>
    <a:lvl2pPr marL="442498" algn="l" defTabSz="884995" rtl="0" eaLnBrk="1" latinLnBrk="0" hangingPunct="1">
      <a:defRPr sz="1162" kern="1200">
        <a:solidFill>
          <a:schemeClr val="tx1"/>
        </a:solidFill>
        <a:latin typeface="+mn-lt"/>
        <a:ea typeface="+mn-ea"/>
        <a:cs typeface="+mn-cs"/>
      </a:defRPr>
    </a:lvl2pPr>
    <a:lvl3pPr marL="884995" algn="l" defTabSz="884995" rtl="0" eaLnBrk="1" latinLnBrk="0" hangingPunct="1">
      <a:defRPr sz="1162" kern="1200">
        <a:solidFill>
          <a:schemeClr val="tx1"/>
        </a:solidFill>
        <a:latin typeface="+mn-lt"/>
        <a:ea typeface="+mn-ea"/>
        <a:cs typeface="+mn-cs"/>
      </a:defRPr>
    </a:lvl3pPr>
    <a:lvl4pPr marL="1327493" algn="l" defTabSz="884995" rtl="0" eaLnBrk="1" latinLnBrk="0" hangingPunct="1">
      <a:defRPr sz="1162" kern="1200">
        <a:solidFill>
          <a:schemeClr val="tx1"/>
        </a:solidFill>
        <a:latin typeface="+mn-lt"/>
        <a:ea typeface="+mn-ea"/>
        <a:cs typeface="+mn-cs"/>
      </a:defRPr>
    </a:lvl4pPr>
    <a:lvl5pPr marL="1769990" algn="l" defTabSz="884995" rtl="0" eaLnBrk="1" latinLnBrk="0" hangingPunct="1">
      <a:defRPr sz="1162" kern="1200">
        <a:solidFill>
          <a:schemeClr val="tx1"/>
        </a:solidFill>
        <a:latin typeface="+mn-lt"/>
        <a:ea typeface="+mn-ea"/>
        <a:cs typeface="+mn-cs"/>
      </a:defRPr>
    </a:lvl5pPr>
    <a:lvl6pPr marL="2212488" algn="l" defTabSz="884995" rtl="0" eaLnBrk="1" latinLnBrk="0" hangingPunct="1">
      <a:defRPr sz="1162" kern="1200">
        <a:solidFill>
          <a:schemeClr val="tx1"/>
        </a:solidFill>
        <a:latin typeface="+mn-lt"/>
        <a:ea typeface="+mn-ea"/>
        <a:cs typeface="+mn-cs"/>
      </a:defRPr>
    </a:lvl6pPr>
    <a:lvl7pPr marL="2654986" algn="l" defTabSz="884995" rtl="0" eaLnBrk="1" latinLnBrk="0" hangingPunct="1">
      <a:defRPr sz="1162" kern="1200">
        <a:solidFill>
          <a:schemeClr val="tx1"/>
        </a:solidFill>
        <a:latin typeface="+mn-lt"/>
        <a:ea typeface="+mn-ea"/>
        <a:cs typeface="+mn-cs"/>
      </a:defRPr>
    </a:lvl7pPr>
    <a:lvl8pPr marL="3097483" algn="l" defTabSz="884995" rtl="0" eaLnBrk="1" latinLnBrk="0" hangingPunct="1">
      <a:defRPr sz="1162" kern="1200">
        <a:solidFill>
          <a:schemeClr val="tx1"/>
        </a:solidFill>
        <a:latin typeface="+mn-lt"/>
        <a:ea typeface="+mn-ea"/>
        <a:cs typeface="+mn-cs"/>
      </a:defRPr>
    </a:lvl8pPr>
    <a:lvl9pPr marL="3539981" algn="l" defTabSz="884995" rtl="0" eaLnBrk="1" latinLnBrk="0" hangingPunct="1">
      <a:defRPr sz="1162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03265" y="1173285"/>
            <a:ext cx="4570334" cy="2495926"/>
          </a:xfrm>
        </p:spPr>
        <p:txBody>
          <a:bodyPr anchor="b"/>
          <a:lstStyle>
            <a:lvl1pPr algn="ctr">
              <a:defRPr sz="3528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72108" y="3765464"/>
            <a:ext cx="4032647" cy="1730885"/>
          </a:xfrm>
        </p:spPr>
        <p:txBody>
          <a:bodyPr/>
          <a:lstStyle>
            <a:lvl1pPr marL="0" indent="0" algn="ctr">
              <a:buNone/>
              <a:defRPr sz="1411"/>
            </a:lvl1pPr>
            <a:lvl2pPr marL="268834" indent="0" algn="ctr">
              <a:buNone/>
              <a:defRPr sz="1176"/>
            </a:lvl2pPr>
            <a:lvl3pPr marL="537667" indent="0" algn="ctr">
              <a:buNone/>
              <a:defRPr sz="1058"/>
            </a:lvl3pPr>
            <a:lvl4pPr marL="806501" indent="0" algn="ctr">
              <a:buNone/>
              <a:defRPr sz="941"/>
            </a:lvl4pPr>
            <a:lvl5pPr marL="1075334" indent="0" algn="ctr">
              <a:buNone/>
              <a:defRPr sz="941"/>
            </a:lvl5pPr>
            <a:lvl6pPr marL="1344168" indent="0" algn="ctr">
              <a:buNone/>
              <a:defRPr sz="941"/>
            </a:lvl6pPr>
            <a:lvl7pPr marL="1613002" indent="0" algn="ctr">
              <a:buNone/>
              <a:defRPr sz="941"/>
            </a:lvl7pPr>
            <a:lvl8pPr marL="1881835" indent="0" algn="ctr">
              <a:buNone/>
              <a:defRPr sz="941"/>
            </a:lvl8pPr>
            <a:lvl9pPr marL="2150669" indent="0" algn="ctr">
              <a:buNone/>
              <a:defRPr sz="941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48CF4-78D3-4A55-B711-C070BB14A855}" type="datetimeFigureOut">
              <a:rPr lang="pt-BR" smtClean="0"/>
              <a:t>27/08/2026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716B7-1B67-42EE-898A-AD376501F98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617137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48CF4-78D3-4A55-B711-C070BB14A855}" type="datetimeFigureOut">
              <a:rPr lang="pt-BR" smtClean="0"/>
              <a:t>27/08/2026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716B7-1B67-42EE-898A-AD376501F98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221639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6859" y="1787311"/>
            <a:ext cx="4637544" cy="2982167"/>
          </a:xfrm>
        </p:spPr>
        <p:txBody>
          <a:bodyPr anchor="b"/>
          <a:lstStyle>
            <a:lvl1pPr>
              <a:defRPr sz="3528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66859" y="4797690"/>
            <a:ext cx="4637544" cy="1568251"/>
          </a:xfrm>
        </p:spPr>
        <p:txBody>
          <a:bodyPr/>
          <a:lstStyle>
            <a:lvl1pPr marL="0" indent="0">
              <a:buNone/>
              <a:defRPr sz="1411">
                <a:solidFill>
                  <a:schemeClr val="tx1"/>
                </a:solidFill>
              </a:defRPr>
            </a:lvl1pPr>
            <a:lvl2pPr marL="268834" indent="0">
              <a:buNone/>
              <a:defRPr sz="1176">
                <a:solidFill>
                  <a:schemeClr val="tx1">
                    <a:tint val="75000"/>
                  </a:schemeClr>
                </a:solidFill>
              </a:defRPr>
            </a:lvl2pPr>
            <a:lvl3pPr marL="537667" indent="0">
              <a:buNone/>
              <a:defRPr sz="1058">
                <a:solidFill>
                  <a:schemeClr val="tx1">
                    <a:tint val="75000"/>
                  </a:schemeClr>
                </a:solidFill>
              </a:defRPr>
            </a:lvl3pPr>
            <a:lvl4pPr marL="806501" indent="0">
              <a:buNone/>
              <a:defRPr sz="941">
                <a:solidFill>
                  <a:schemeClr val="tx1">
                    <a:tint val="75000"/>
                  </a:schemeClr>
                </a:solidFill>
              </a:defRPr>
            </a:lvl4pPr>
            <a:lvl5pPr marL="1075334" indent="0">
              <a:buNone/>
              <a:defRPr sz="941">
                <a:solidFill>
                  <a:schemeClr val="tx1">
                    <a:tint val="75000"/>
                  </a:schemeClr>
                </a:solidFill>
              </a:defRPr>
            </a:lvl5pPr>
            <a:lvl6pPr marL="1344168" indent="0">
              <a:buNone/>
              <a:defRPr sz="941">
                <a:solidFill>
                  <a:schemeClr val="tx1">
                    <a:tint val="75000"/>
                  </a:schemeClr>
                </a:solidFill>
              </a:defRPr>
            </a:lvl6pPr>
            <a:lvl7pPr marL="1613002" indent="0">
              <a:buNone/>
              <a:defRPr sz="941">
                <a:solidFill>
                  <a:schemeClr val="tx1">
                    <a:tint val="75000"/>
                  </a:schemeClr>
                </a:solidFill>
              </a:defRPr>
            </a:lvl7pPr>
            <a:lvl8pPr marL="1881835" indent="0">
              <a:buNone/>
              <a:defRPr sz="941">
                <a:solidFill>
                  <a:schemeClr val="tx1">
                    <a:tint val="75000"/>
                  </a:schemeClr>
                </a:solidFill>
              </a:defRPr>
            </a:lvl8pPr>
            <a:lvl9pPr marL="2150669" indent="0">
              <a:buNone/>
              <a:defRPr sz="94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48CF4-78D3-4A55-B711-C070BB14A855}" type="datetimeFigureOut">
              <a:rPr lang="pt-BR" smtClean="0"/>
              <a:t>27/08/2026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716B7-1B67-42EE-898A-AD376501F98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490524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69659" y="1908454"/>
            <a:ext cx="2285167" cy="454876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722037" y="1908454"/>
            <a:ext cx="2285167" cy="454876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48CF4-78D3-4A55-B711-C070BB14A855}" type="datetimeFigureOut">
              <a:rPr lang="pt-BR" smtClean="0"/>
              <a:t>27/08/2026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716B7-1B67-42EE-898A-AD376501F98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228393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0360" y="381693"/>
            <a:ext cx="4637544" cy="1385704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0360" y="1757438"/>
            <a:ext cx="2274665" cy="861293"/>
          </a:xfrm>
        </p:spPr>
        <p:txBody>
          <a:bodyPr anchor="b"/>
          <a:lstStyle>
            <a:lvl1pPr marL="0" indent="0">
              <a:buNone/>
              <a:defRPr sz="1411" b="1"/>
            </a:lvl1pPr>
            <a:lvl2pPr marL="268834" indent="0">
              <a:buNone/>
              <a:defRPr sz="1176" b="1"/>
            </a:lvl2pPr>
            <a:lvl3pPr marL="537667" indent="0">
              <a:buNone/>
              <a:defRPr sz="1058" b="1"/>
            </a:lvl3pPr>
            <a:lvl4pPr marL="806501" indent="0">
              <a:buNone/>
              <a:defRPr sz="941" b="1"/>
            </a:lvl4pPr>
            <a:lvl5pPr marL="1075334" indent="0">
              <a:buNone/>
              <a:defRPr sz="941" b="1"/>
            </a:lvl5pPr>
            <a:lvl6pPr marL="1344168" indent="0">
              <a:buNone/>
              <a:defRPr sz="941" b="1"/>
            </a:lvl6pPr>
            <a:lvl7pPr marL="1613002" indent="0">
              <a:buNone/>
              <a:defRPr sz="941" b="1"/>
            </a:lvl7pPr>
            <a:lvl8pPr marL="1881835" indent="0">
              <a:buNone/>
              <a:defRPr sz="941" b="1"/>
            </a:lvl8pPr>
            <a:lvl9pPr marL="2150669" indent="0">
              <a:buNone/>
              <a:defRPr sz="941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70360" y="2618731"/>
            <a:ext cx="2274665" cy="3851759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722037" y="1757438"/>
            <a:ext cx="2285867" cy="861293"/>
          </a:xfrm>
        </p:spPr>
        <p:txBody>
          <a:bodyPr anchor="b"/>
          <a:lstStyle>
            <a:lvl1pPr marL="0" indent="0">
              <a:buNone/>
              <a:defRPr sz="1411" b="1"/>
            </a:lvl1pPr>
            <a:lvl2pPr marL="268834" indent="0">
              <a:buNone/>
              <a:defRPr sz="1176" b="1"/>
            </a:lvl2pPr>
            <a:lvl3pPr marL="537667" indent="0">
              <a:buNone/>
              <a:defRPr sz="1058" b="1"/>
            </a:lvl3pPr>
            <a:lvl4pPr marL="806501" indent="0">
              <a:buNone/>
              <a:defRPr sz="941" b="1"/>
            </a:lvl4pPr>
            <a:lvl5pPr marL="1075334" indent="0">
              <a:buNone/>
              <a:defRPr sz="941" b="1"/>
            </a:lvl5pPr>
            <a:lvl6pPr marL="1344168" indent="0">
              <a:buNone/>
              <a:defRPr sz="941" b="1"/>
            </a:lvl6pPr>
            <a:lvl7pPr marL="1613002" indent="0">
              <a:buNone/>
              <a:defRPr sz="941" b="1"/>
            </a:lvl7pPr>
            <a:lvl8pPr marL="1881835" indent="0">
              <a:buNone/>
              <a:defRPr sz="941" b="1"/>
            </a:lvl8pPr>
            <a:lvl9pPr marL="2150669" indent="0">
              <a:buNone/>
              <a:defRPr sz="941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722037" y="2618731"/>
            <a:ext cx="2285867" cy="3851759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48CF4-78D3-4A55-B711-C070BB14A855}" type="datetimeFigureOut">
              <a:rPr lang="pt-BR" smtClean="0"/>
              <a:t>27/08/2026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716B7-1B67-42EE-898A-AD376501F98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455859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48CF4-78D3-4A55-B711-C070BB14A855}" type="datetimeFigureOut">
              <a:rPr lang="pt-BR" smtClean="0"/>
              <a:t>27/08/2026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716B7-1B67-42EE-898A-AD376501F98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040006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48CF4-78D3-4A55-B711-C070BB14A855}" type="datetimeFigureOut">
              <a:rPr lang="pt-BR" smtClean="0"/>
              <a:t>27/08/2026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716B7-1B67-42EE-898A-AD376501F98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196431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0360" y="477943"/>
            <a:ext cx="1734178" cy="1672802"/>
          </a:xfrm>
        </p:spPr>
        <p:txBody>
          <a:bodyPr anchor="b"/>
          <a:lstStyle>
            <a:lvl1pPr>
              <a:defRPr sz="1882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5867" y="1032226"/>
            <a:ext cx="2722037" cy="5094743"/>
          </a:xfrm>
        </p:spPr>
        <p:txBody>
          <a:bodyPr/>
          <a:lstStyle>
            <a:lvl1pPr>
              <a:defRPr sz="1882"/>
            </a:lvl1pPr>
            <a:lvl2pPr>
              <a:defRPr sz="1646"/>
            </a:lvl2pPr>
            <a:lvl3pPr>
              <a:defRPr sz="1411"/>
            </a:lvl3pPr>
            <a:lvl4pPr>
              <a:defRPr sz="1176"/>
            </a:lvl4pPr>
            <a:lvl5pPr>
              <a:defRPr sz="1176"/>
            </a:lvl5pPr>
            <a:lvl6pPr>
              <a:defRPr sz="1176"/>
            </a:lvl6pPr>
            <a:lvl7pPr>
              <a:defRPr sz="1176"/>
            </a:lvl7pPr>
            <a:lvl8pPr>
              <a:defRPr sz="1176"/>
            </a:lvl8pPr>
            <a:lvl9pPr>
              <a:defRPr sz="1176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70360" y="2150745"/>
            <a:ext cx="1734178" cy="3984521"/>
          </a:xfrm>
        </p:spPr>
        <p:txBody>
          <a:bodyPr/>
          <a:lstStyle>
            <a:lvl1pPr marL="0" indent="0">
              <a:buNone/>
              <a:defRPr sz="941"/>
            </a:lvl1pPr>
            <a:lvl2pPr marL="268834" indent="0">
              <a:buNone/>
              <a:defRPr sz="823"/>
            </a:lvl2pPr>
            <a:lvl3pPr marL="537667" indent="0">
              <a:buNone/>
              <a:defRPr sz="706"/>
            </a:lvl3pPr>
            <a:lvl4pPr marL="806501" indent="0">
              <a:buNone/>
              <a:defRPr sz="588"/>
            </a:lvl4pPr>
            <a:lvl5pPr marL="1075334" indent="0">
              <a:buNone/>
              <a:defRPr sz="588"/>
            </a:lvl5pPr>
            <a:lvl6pPr marL="1344168" indent="0">
              <a:buNone/>
              <a:defRPr sz="588"/>
            </a:lvl6pPr>
            <a:lvl7pPr marL="1613002" indent="0">
              <a:buNone/>
              <a:defRPr sz="588"/>
            </a:lvl7pPr>
            <a:lvl8pPr marL="1881835" indent="0">
              <a:buNone/>
              <a:defRPr sz="588"/>
            </a:lvl8pPr>
            <a:lvl9pPr marL="2150669" indent="0">
              <a:buNone/>
              <a:defRPr sz="588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48CF4-78D3-4A55-B711-C070BB14A855}" type="datetimeFigureOut">
              <a:rPr lang="pt-BR" smtClean="0"/>
              <a:t>27/08/2026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716B7-1B67-42EE-898A-AD376501F98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75542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0360" y="477943"/>
            <a:ext cx="1734178" cy="1672802"/>
          </a:xfrm>
        </p:spPr>
        <p:txBody>
          <a:bodyPr anchor="b"/>
          <a:lstStyle>
            <a:lvl1pPr>
              <a:defRPr sz="1882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85867" y="1032226"/>
            <a:ext cx="2722037" cy="5094743"/>
          </a:xfrm>
        </p:spPr>
        <p:txBody>
          <a:bodyPr anchor="t"/>
          <a:lstStyle>
            <a:lvl1pPr marL="0" indent="0">
              <a:buNone/>
              <a:defRPr sz="1882"/>
            </a:lvl1pPr>
            <a:lvl2pPr marL="268834" indent="0">
              <a:buNone/>
              <a:defRPr sz="1646"/>
            </a:lvl2pPr>
            <a:lvl3pPr marL="537667" indent="0">
              <a:buNone/>
              <a:defRPr sz="1411"/>
            </a:lvl3pPr>
            <a:lvl4pPr marL="806501" indent="0">
              <a:buNone/>
              <a:defRPr sz="1176"/>
            </a:lvl4pPr>
            <a:lvl5pPr marL="1075334" indent="0">
              <a:buNone/>
              <a:defRPr sz="1176"/>
            </a:lvl5pPr>
            <a:lvl6pPr marL="1344168" indent="0">
              <a:buNone/>
              <a:defRPr sz="1176"/>
            </a:lvl6pPr>
            <a:lvl7pPr marL="1613002" indent="0">
              <a:buNone/>
              <a:defRPr sz="1176"/>
            </a:lvl7pPr>
            <a:lvl8pPr marL="1881835" indent="0">
              <a:buNone/>
              <a:defRPr sz="1176"/>
            </a:lvl8pPr>
            <a:lvl9pPr marL="2150669" indent="0">
              <a:buNone/>
              <a:defRPr sz="1176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70360" y="2150745"/>
            <a:ext cx="1734178" cy="3984521"/>
          </a:xfrm>
        </p:spPr>
        <p:txBody>
          <a:bodyPr/>
          <a:lstStyle>
            <a:lvl1pPr marL="0" indent="0">
              <a:buNone/>
              <a:defRPr sz="941"/>
            </a:lvl1pPr>
            <a:lvl2pPr marL="268834" indent="0">
              <a:buNone/>
              <a:defRPr sz="823"/>
            </a:lvl2pPr>
            <a:lvl3pPr marL="537667" indent="0">
              <a:buNone/>
              <a:defRPr sz="706"/>
            </a:lvl3pPr>
            <a:lvl4pPr marL="806501" indent="0">
              <a:buNone/>
              <a:defRPr sz="588"/>
            </a:lvl4pPr>
            <a:lvl5pPr marL="1075334" indent="0">
              <a:buNone/>
              <a:defRPr sz="588"/>
            </a:lvl5pPr>
            <a:lvl6pPr marL="1344168" indent="0">
              <a:buNone/>
              <a:defRPr sz="588"/>
            </a:lvl6pPr>
            <a:lvl7pPr marL="1613002" indent="0">
              <a:buNone/>
              <a:defRPr sz="588"/>
            </a:lvl7pPr>
            <a:lvl8pPr marL="1881835" indent="0">
              <a:buNone/>
              <a:defRPr sz="588"/>
            </a:lvl8pPr>
            <a:lvl9pPr marL="2150669" indent="0">
              <a:buNone/>
              <a:defRPr sz="588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48CF4-78D3-4A55-B711-C070BB14A855}" type="datetimeFigureOut">
              <a:rPr lang="pt-BR" smtClean="0"/>
              <a:t>27/08/2026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716B7-1B67-42EE-898A-AD376501F98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660537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48CF4-78D3-4A55-B711-C070BB14A855}" type="datetimeFigureOut">
              <a:rPr lang="pt-BR" smtClean="0"/>
              <a:t>27/08/2026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716B7-1B67-42EE-898A-AD376501F98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663422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47818" y="381691"/>
            <a:ext cx="1159386" cy="6075523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69660" y="381691"/>
            <a:ext cx="3410947" cy="6075523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48CF4-78D3-4A55-B711-C070BB14A855}" type="datetimeFigureOut">
              <a:rPr lang="pt-BR" smtClean="0"/>
              <a:t>27/08/2026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716B7-1B67-42EE-898A-AD376501F98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6920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69660" y="381693"/>
            <a:ext cx="4637544" cy="13857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69660" y="1908454"/>
            <a:ext cx="4637544" cy="45487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69659" y="6644741"/>
            <a:ext cx="1209794" cy="3816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948CF4-78D3-4A55-B711-C070BB14A855}" type="datetimeFigureOut">
              <a:rPr lang="pt-BR" smtClean="0"/>
              <a:t>27/08/2026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781086" y="6644741"/>
            <a:ext cx="1814691" cy="3816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797410" y="6644741"/>
            <a:ext cx="1209794" cy="3816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0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F716B7-1B67-42EE-898A-AD376501F98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713273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537667" rtl="0" eaLnBrk="1" latinLnBrk="0" hangingPunct="1">
        <a:lnSpc>
          <a:spcPct val="90000"/>
        </a:lnSpc>
        <a:spcBef>
          <a:spcPct val="0"/>
        </a:spcBef>
        <a:buNone/>
        <a:defRPr sz="258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34417" indent="-134417" algn="l" defTabSz="537667" rtl="0" eaLnBrk="1" latinLnBrk="0" hangingPunct="1">
        <a:lnSpc>
          <a:spcPct val="90000"/>
        </a:lnSpc>
        <a:spcBef>
          <a:spcPts val="588"/>
        </a:spcBef>
        <a:buFont typeface="Arial" panose="020B0604020202020204" pitchFamily="34" charset="0"/>
        <a:buChar char="•"/>
        <a:defRPr sz="1646" kern="1200">
          <a:solidFill>
            <a:schemeClr val="tx1"/>
          </a:solidFill>
          <a:latin typeface="+mn-lt"/>
          <a:ea typeface="+mn-ea"/>
          <a:cs typeface="+mn-cs"/>
        </a:defRPr>
      </a:lvl1pPr>
      <a:lvl2pPr marL="403250" indent="-134417" algn="l" defTabSz="537667" rtl="0" eaLnBrk="1" latinLnBrk="0" hangingPunct="1">
        <a:lnSpc>
          <a:spcPct val="90000"/>
        </a:lnSpc>
        <a:spcBef>
          <a:spcPts val="294"/>
        </a:spcBef>
        <a:buFont typeface="Arial" panose="020B0604020202020204" pitchFamily="34" charset="0"/>
        <a:buChar char="•"/>
        <a:defRPr sz="1411" kern="1200">
          <a:solidFill>
            <a:schemeClr val="tx1"/>
          </a:solidFill>
          <a:latin typeface="+mn-lt"/>
          <a:ea typeface="+mn-ea"/>
          <a:cs typeface="+mn-cs"/>
        </a:defRPr>
      </a:lvl2pPr>
      <a:lvl3pPr marL="672084" indent="-134417" algn="l" defTabSz="537667" rtl="0" eaLnBrk="1" latinLnBrk="0" hangingPunct="1">
        <a:lnSpc>
          <a:spcPct val="90000"/>
        </a:lnSpc>
        <a:spcBef>
          <a:spcPts val="294"/>
        </a:spcBef>
        <a:buFont typeface="Arial" panose="020B0604020202020204" pitchFamily="34" charset="0"/>
        <a:buChar char="•"/>
        <a:defRPr sz="1176" kern="1200">
          <a:solidFill>
            <a:schemeClr val="tx1"/>
          </a:solidFill>
          <a:latin typeface="+mn-lt"/>
          <a:ea typeface="+mn-ea"/>
          <a:cs typeface="+mn-cs"/>
        </a:defRPr>
      </a:lvl3pPr>
      <a:lvl4pPr marL="940918" indent="-134417" algn="l" defTabSz="537667" rtl="0" eaLnBrk="1" latinLnBrk="0" hangingPunct="1">
        <a:lnSpc>
          <a:spcPct val="90000"/>
        </a:lnSpc>
        <a:spcBef>
          <a:spcPts val="294"/>
        </a:spcBef>
        <a:buFont typeface="Arial" panose="020B0604020202020204" pitchFamily="34" charset="0"/>
        <a:buChar char="•"/>
        <a:defRPr sz="1058" kern="1200">
          <a:solidFill>
            <a:schemeClr val="tx1"/>
          </a:solidFill>
          <a:latin typeface="+mn-lt"/>
          <a:ea typeface="+mn-ea"/>
          <a:cs typeface="+mn-cs"/>
        </a:defRPr>
      </a:lvl4pPr>
      <a:lvl5pPr marL="1209751" indent="-134417" algn="l" defTabSz="537667" rtl="0" eaLnBrk="1" latinLnBrk="0" hangingPunct="1">
        <a:lnSpc>
          <a:spcPct val="90000"/>
        </a:lnSpc>
        <a:spcBef>
          <a:spcPts val="294"/>
        </a:spcBef>
        <a:buFont typeface="Arial" panose="020B0604020202020204" pitchFamily="34" charset="0"/>
        <a:buChar char="•"/>
        <a:defRPr sz="1058" kern="1200">
          <a:solidFill>
            <a:schemeClr val="tx1"/>
          </a:solidFill>
          <a:latin typeface="+mn-lt"/>
          <a:ea typeface="+mn-ea"/>
          <a:cs typeface="+mn-cs"/>
        </a:defRPr>
      </a:lvl5pPr>
      <a:lvl6pPr marL="1478585" indent="-134417" algn="l" defTabSz="537667" rtl="0" eaLnBrk="1" latinLnBrk="0" hangingPunct="1">
        <a:lnSpc>
          <a:spcPct val="90000"/>
        </a:lnSpc>
        <a:spcBef>
          <a:spcPts val="294"/>
        </a:spcBef>
        <a:buFont typeface="Arial" panose="020B0604020202020204" pitchFamily="34" charset="0"/>
        <a:buChar char="•"/>
        <a:defRPr sz="1058" kern="1200">
          <a:solidFill>
            <a:schemeClr val="tx1"/>
          </a:solidFill>
          <a:latin typeface="+mn-lt"/>
          <a:ea typeface="+mn-ea"/>
          <a:cs typeface="+mn-cs"/>
        </a:defRPr>
      </a:lvl6pPr>
      <a:lvl7pPr marL="1747418" indent="-134417" algn="l" defTabSz="537667" rtl="0" eaLnBrk="1" latinLnBrk="0" hangingPunct="1">
        <a:lnSpc>
          <a:spcPct val="90000"/>
        </a:lnSpc>
        <a:spcBef>
          <a:spcPts val="294"/>
        </a:spcBef>
        <a:buFont typeface="Arial" panose="020B0604020202020204" pitchFamily="34" charset="0"/>
        <a:buChar char="•"/>
        <a:defRPr sz="1058" kern="1200">
          <a:solidFill>
            <a:schemeClr val="tx1"/>
          </a:solidFill>
          <a:latin typeface="+mn-lt"/>
          <a:ea typeface="+mn-ea"/>
          <a:cs typeface="+mn-cs"/>
        </a:defRPr>
      </a:lvl7pPr>
      <a:lvl8pPr marL="2016252" indent="-134417" algn="l" defTabSz="537667" rtl="0" eaLnBrk="1" latinLnBrk="0" hangingPunct="1">
        <a:lnSpc>
          <a:spcPct val="90000"/>
        </a:lnSpc>
        <a:spcBef>
          <a:spcPts val="294"/>
        </a:spcBef>
        <a:buFont typeface="Arial" panose="020B0604020202020204" pitchFamily="34" charset="0"/>
        <a:buChar char="•"/>
        <a:defRPr sz="1058" kern="1200">
          <a:solidFill>
            <a:schemeClr val="tx1"/>
          </a:solidFill>
          <a:latin typeface="+mn-lt"/>
          <a:ea typeface="+mn-ea"/>
          <a:cs typeface="+mn-cs"/>
        </a:defRPr>
      </a:lvl8pPr>
      <a:lvl9pPr marL="2285086" indent="-134417" algn="l" defTabSz="537667" rtl="0" eaLnBrk="1" latinLnBrk="0" hangingPunct="1">
        <a:lnSpc>
          <a:spcPct val="90000"/>
        </a:lnSpc>
        <a:spcBef>
          <a:spcPts val="294"/>
        </a:spcBef>
        <a:buFont typeface="Arial" panose="020B0604020202020204" pitchFamily="34" charset="0"/>
        <a:buChar char="•"/>
        <a:defRPr sz="105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37667" rtl="0" eaLnBrk="1" latinLnBrk="0" hangingPunct="1">
        <a:defRPr sz="1058" kern="1200">
          <a:solidFill>
            <a:schemeClr val="tx1"/>
          </a:solidFill>
          <a:latin typeface="+mn-lt"/>
          <a:ea typeface="+mn-ea"/>
          <a:cs typeface="+mn-cs"/>
        </a:defRPr>
      </a:lvl1pPr>
      <a:lvl2pPr marL="268834" algn="l" defTabSz="537667" rtl="0" eaLnBrk="1" latinLnBrk="0" hangingPunct="1">
        <a:defRPr sz="1058" kern="1200">
          <a:solidFill>
            <a:schemeClr val="tx1"/>
          </a:solidFill>
          <a:latin typeface="+mn-lt"/>
          <a:ea typeface="+mn-ea"/>
          <a:cs typeface="+mn-cs"/>
        </a:defRPr>
      </a:lvl2pPr>
      <a:lvl3pPr marL="537667" algn="l" defTabSz="537667" rtl="0" eaLnBrk="1" latinLnBrk="0" hangingPunct="1">
        <a:defRPr sz="1058" kern="1200">
          <a:solidFill>
            <a:schemeClr val="tx1"/>
          </a:solidFill>
          <a:latin typeface="+mn-lt"/>
          <a:ea typeface="+mn-ea"/>
          <a:cs typeface="+mn-cs"/>
        </a:defRPr>
      </a:lvl3pPr>
      <a:lvl4pPr marL="806501" algn="l" defTabSz="537667" rtl="0" eaLnBrk="1" latinLnBrk="0" hangingPunct="1">
        <a:defRPr sz="1058" kern="1200">
          <a:solidFill>
            <a:schemeClr val="tx1"/>
          </a:solidFill>
          <a:latin typeface="+mn-lt"/>
          <a:ea typeface="+mn-ea"/>
          <a:cs typeface="+mn-cs"/>
        </a:defRPr>
      </a:lvl4pPr>
      <a:lvl5pPr marL="1075334" algn="l" defTabSz="537667" rtl="0" eaLnBrk="1" latinLnBrk="0" hangingPunct="1">
        <a:defRPr sz="1058" kern="1200">
          <a:solidFill>
            <a:schemeClr val="tx1"/>
          </a:solidFill>
          <a:latin typeface="+mn-lt"/>
          <a:ea typeface="+mn-ea"/>
          <a:cs typeface="+mn-cs"/>
        </a:defRPr>
      </a:lvl5pPr>
      <a:lvl6pPr marL="1344168" algn="l" defTabSz="537667" rtl="0" eaLnBrk="1" latinLnBrk="0" hangingPunct="1">
        <a:defRPr sz="1058" kern="1200">
          <a:solidFill>
            <a:schemeClr val="tx1"/>
          </a:solidFill>
          <a:latin typeface="+mn-lt"/>
          <a:ea typeface="+mn-ea"/>
          <a:cs typeface="+mn-cs"/>
        </a:defRPr>
      </a:lvl6pPr>
      <a:lvl7pPr marL="1613002" algn="l" defTabSz="537667" rtl="0" eaLnBrk="1" latinLnBrk="0" hangingPunct="1">
        <a:defRPr sz="1058" kern="1200">
          <a:solidFill>
            <a:schemeClr val="tx1"/>
          </a:solidFill>
          <a:latin typeface="+mn-lt"/>
          <a:ea typeface="+mn-ea"/>
          <a:cs typeface="+mn-cs"/>
        </a:defRPr>
      </a:lvl7pPr>
      <a:lvl8pPr marL="1881835" algn="l" defTabSz="537667" rtl="0" eaLnBrk="1" latinLnBrk="0" hangingPunct="1">
        <a:defRPr sz="1058" kern="1200">
          <a:solidFill>
            <a:schemeClr val="tx1"/>
          </a:solidFill>
          <a:latin typeface="+mn-lt"/>
          <a:ea typeface="+mn-ea"/>
          <a:cs typeface="+mn-cs"/>
        </a:defRPr>
      </a:lvl8pPr>
      <a:lvl9pPr marL="2150669" algn="l" defTabSz="537667" rtl="0" eaLnBrk="1" latinLnBrk="0" hangingPunct="1">
        <a:defRPr sz="105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WordArt 4">
            <a:extLst>
              <a:ext uri="{FF2B5EF4-FFF2-40B4-BE49-F238E27FC236}">
                <a16:creationId xmlns:a16="http://schemas.microsoft.com/office/drawing/2014/main" id="{2F4FB5AC-4F12-9018-8C64-6CEED7170C78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498051" y="1810449"/>
            <a:ext cx="4405745" cy="1367003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49792"/>
              </a:avLst>
            </a:prstTxWarp>
          </a:bodyPr>
          <a:lstStyle/>
          <a:p>
            <a:pPr algn="ctr"/>
            <a:r>
              <a:rPr lang="pt-BR" sz="4000" kern="10" dirty="0">
                <a:ln w="9525">
                  <a:solidFill>
                    <a:schemeClr val="tx1"/>
                  </a:solidFill>
                  <a:round/>
                  <a:headEnd/>
                  <a:tailEnd/>
                </a:ln>
                <a:latin typeface="Algerian" panose="04020705040A02060702" pitchFamily="82" charset="0"/>
              </a:rPr>
              <a:t>WHISKY JOHNNIE</a:t>
            </a:r>
          </a:p>
          <a:p>
            <a:pPr algn="ctr"/>
            <a:r>
              <a:rPr lang="pt-BR" sz="4000" kern="10" dirty="0">
                <a:ln w="9525">
                  <a:solidFill>
                    <a:schemeClr val="tx1"/>
                  </a:solidFill>
                  <a:round/>
                  <a:headEnd/>
                  <a:tailEnd/>
                </a:ln>
                <a:latin typeface="Algerian" panose="04020705040A02060702" pitchFamily="82" charset="0"/>
              </a:rPr>
              <a:t>WALKER RED LABEL 1L</a:t>
            </a:r>
          </a:p>
        </p:txBody>
      </p:sp>
      <p:sp>
        <p:nvSpPr>
          <p:cNvPr id="12" name="WordArt 6">
            <a:extLst>
              <a:ext uri="{FF2B5EF4-FFF2-40B4-BE49-F238E27FC236}">
                <a16:creationId xmlns:a16="http://schemas.microsoft.com/office/drawing/2014/main" id="{2E6F9504-5A34-7F0E-02A3-F187AE943B42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225517" y="3368050"/>
            <a:ext cx="561806" cy="248864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pt-BR" sz="3616" kern="10" dirty="0">
                <a:ln w="9525">
                  <a:solidFill>
                    <a:schemeClr val="tx1"/>
                  </a:solidFill>
                  <a:round/>
                  <a:headEnd/>
                  <a:tailEnd/>
                </a:ln>
                <a:latin typeface="Algerian" panose="04020705040A02060702" pitchFamily="82" charset="0"/>
              </a:rPr>
              <a:t>R$</a:t>
            </a:r>
          </a:p>
        </p:txBody>
      </p:sp>
      <p:sp>
        <p:nvSpPr>
          <p:cNvPr id="13" name="WordArt 3">
            <a:extLst>
              <a:ext uri="{FF2B5EF4-FFF2-40B4-BE49-F238E27FC236}">
                <a16:creationId xmlns:a16="http://schemas.microsoft.com/office/drawing/2014/main" id="{D13BE144-80D0-63C3-E1CD-E0F8C635C436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88984" y="3752061"/>
            <a:ext cx="768834" cy="366742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pt-BR" sz="3600" kern="10" dirty="0">
                <a:ln w="9525">
                  <a:solidFill>
                    <a:schemeClr val="tx1"/>
                  </a:solidFill>
                  <a:round/>
                  <a:headEnd/>
                  <a:tailEnd/>
                </a:ln>
                <a:latin typeface="Algerian" panose="04020705040A02060702" pitchFamily="82" charset="0"/>
              </a:rPr>
              <a:t>CADA</a:t>
            </a:r>
          </a:p>
        </p:txBody>
      </p:sp>
      <p:sp>
        <p:nvSpPr>
          <p:cNvPr id="15" name="WordArt 4">
            <a:extLst>
              <a:ext uri="{FF2B5EF4-FFF2-40B4-BE49-F238E27FC236}">
                <a16:creationId xmlns:a16="http://schemas.microsoft.com/office/drawing/2014/main" id="{BEF3EBE6-9758-CA88-5307-5BF8346B9A9F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985782" y="3224984"/>
            <a:ext cx="3685798" cy="910413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290"/>
              </a:avLst>
            </a:prstTxWarp>
          </a:bodyPr>
          <a:lstStyle/>
          <a:p>
            <a:pPr algn="ctr"/>
            <a:r>
              <a:rPr lang="pt-BR" sz="3616" kern="10" dirty="0">
                <a:ln w="9525">
                  <a:solidFill>
                    <a:schemeClr val="tx1"/>
                  </a:solidFill>
                  <a:round/>
                  <a:headEnd/>
                  <a:tailEnd/>
                </a:ln>
                <a:latin typeface="Algerian" panose="04020705040A02060702" pitchFamily="82" charset="0"/>
              </a:rPr>
              <a:t>92,77</a:t>
            </a:r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9B3C68A4-7D48-9944-ECFA-DB0415967FC3}"/>
              </a:ext>
            </a:extLst>
          </p:cNvPr>
          <p:cNvSpPr/>
          <p:nvPr/>
        </p:nvSpPr>
        <p:spPr>
          <a:xfrm>
            <a:off x="5563072" y="6476845"/>
            <a:ext cx="1868993" cy="78530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718"/>
          </a:p>
        </p:txBody>
      </p:sp>
      <p:pic>
        <p:nvPicPr>
          <p:cNvPr id="22" name="Imagem 3">
            <a:extLst>
              <a:ext uri="{FF2B5EF4-FFF2-40B4-BE49-F238E27FC236}">
                <a16:creationId xmlns:a16="http://schemas.microsoft.com/office/drawing/2014/main" id="{23A0C3A5-131E-A058-B282-70050F20CF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44352" y="6475961"/>
            <a:ext cx="1145512" cy="751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" name="WordArt 4">
            <a:extLst>
              <a:ext uri="{FF2B5EF4-FFF2-40B4-BE49-F238E27FC236}">
                <a16:creationId xmlns:a16="http://schemas.microsoft.com/office/drawing/2014/main" id="{3D94B77C-806F-5239-C339-C92ACDACEC57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5603264" y="6237803"/>
            <a:ext cx="1617784" cy="238158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pt-BR" sz="3616" kern="10" dirty="0">
                <a:ln w="9525">
                  <a:solidFill>
                    <a:schemeClr val="tx1"/>
                  </a:solidFill>
                  <a:round/>
                  <a:headEnd/>
                  <a:tailEnd/>
                </a:ln>
                <a:latin typeface="Algerian" panose="04020705040A02060702" pitchFamily="82" charset="0"/>
              </a:rPr>
              <a:t>ESPAÇO LOGO SR CARTAZ</a:t>
            </a:r>
          </a:p>
        </p:txBody>
      </p:sp>
      <p:sp>
        <p:nvSpPr>
          <p:cNvPr id="24" name="WordArt 4">
            <a:extLst>
              <a:ext uri="{FF2B5EF4-FFF2-40B4-BE49-F238E27FC236}">
                <a16:creationId xmlns:a16="http://schemas.microsoft.com/office/drawing/2014/main" id="{E8DEEAE6-C9E7-FBCF-BBD5-032AE254EB02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714431" y="222164"/>
            <a:ext cx="3944656" cy="821984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endParaRPr lang="pt-BR" sz="3616" kern="10" dirty="0">
              <a:ln w="9525">
                <a:solidFill>
                  <a:schemeClr val="tx1"/>
                </a:solidFill>
                <a:round/>
                <a:headEnd/>
                <a:tailEnd/>
              </a:ln>
              <a:latin typeface="Algerian" panose="04020705040A02060702" pitchFamily="82" charset="0"/>
            </a:endParaRPr>
          </a:p>
        </p:txBody>
      </p:sp>
      <p:sp>
        <p:nvSpPr>
          <p:cNvPr id="9" name="WordArt 6">
            <a:extLst>
              <a:ext uri="{FF2B5EF4-FFF2-40B4-BE49-F238E27FC236}">
                <a16:creationId xmlns:a16="http://schemas.microsoft.com/office/drawing/2014/main" id="{F9ECAE6A-502F-84C4-1D04-9991F101EBDA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178015" y="4708546"/>
            <a:ext cx="590773" cy="366742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pt-BR" sz="3616" kern="10" dirty="0">
                <a:ln w="9525">
                  <a:solidFill>
                    <a:schemeClr val="tx1"/>
                  </a:solidFill>
                  <a:round/>
                  <a:headEnd/>
                  <a:tailEnd/>
                </a:ln>
                <a:latin typeface="Algerian" panose="04020705040A02060702" pitchFamily="82" charset="0"/>
              </a:rPr>
              <a:t>R$</a:t>
            </a:r>
          </a:p>
        </p:txBody>
      </p:sp>
      <p:sp>
        <p:nvSpPr>
          <p:cNvPr id="11" name="WordArt 3">
            <a:extLst>
              <a:ext uri="{FF2B5EF4-FFF2-40B4-BE49-F238E27FC236}">
                <a16:creationId xmlns:a16="http://schemas.microsoft.com/office/drawing/2014/main" id="{56CE9264-DD8D-BDC6-CE6E-26F067F7E9C3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65063" y="5507384"/>
            <a:ext cx="768834" cy="366742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pt-BR" sz="4400" kern="10" dirty="0">
                <a:ln w="9525">
                  <a:solidFill>
                    <a:schemeClr val="tx1"/>
                  </a:solidFill>
                  <a:round/>
                  <a:headEnd/>
                  <a:tailEnd/>
                </a:ln>
                <a:latin typeface="Algerian" panose="04020705040A02060702" pitchFamily="82" charset="0"/>
              </a:rPr>
              <a:t>CADA</a:t>
            </a:r>
          </a:p>
        </p:txBody>
      </p:sp>
      <p:cxnSp>
        <p:nvCxnSpPr>
          <p:cNvPr id="18" name="Conector reto 17">
            <a:extLst>
              <a:ext uri="{FF2B5EF4-FFF2-40B4-BE49-F238E27FC236}">
                <a16:creationId xmlns:a16="http://schemas.microsoft.com/office/drawing/2014/main" id="{6FE946C4-F466-CEB8-4447-C1B49EFE6F93}"/>
              </a:ext>
            </a:extLst>
          </p:cNvPr>
          <p:cNvCxnSpPr>
            <a:cxnSpLocks/>
          </p:cNvCxnSpPr>
          <p:nvPr/>
        </p:nvCxnSpPr>
        <p:spPr>
          <a:xfrm>
            <a:off x="926283" y="6431844"/>
            <a:ext cx="0" cy="75826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8" name="Imagem 46">
            <a:extLst>
              <a:ext uri="{FF2B5EF4-FFF2-40B4-BE49-F238E27FC236}">
                <a16:creationId xmlns:a16="http://schemas.microsoft.com/office/drawing/2014/main" id="{6C9227A2-EA73-B1B0-7B70-DFC30BB9D9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93" y="4248748"/>
            <a:ext cx="5400675" cy="2465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WordArt 4">
            <a:extLst>
              <a:ext uri="{FF2B5EF4-FFF2-40B4-BE49-F238E27FC236}">
                <a16:creationId xmlns:a16="http://schemas.microsoft.com/office/drawing/2014/main" id="{E4491C1F-3E2E-AD95-C008-DC6F6B23F4FD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958290" y="4758889"/>
            <a:ext cx="3846847" cy="1283753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48"/>
              </a:avLst>
            </a:prstTxWarp>
          </a:bodyPr>
          <a:lstStyle/>
          <a:p>
            <a:pPr algn="ctr"/>
            <a:r>
              <a:rPr lang="pt-BR" sz="3616" kern="10" dirty="0">
                <a:ln w="9525">
                  <a:solidFill>
                    <a:schemeClr val="tx1"/>
                  </a:solidFill>
                  <a:round/>
                  <a:headEnd/>
                  <a:tailEnd/>
                </a:ln>
                <a:latin typeface="Algerian" panose="04020705040A02060702" pitchFamily="82" charset="0"/>
              </a:rPr>
              <a:t>89,64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0465C89A-852A-2553-F323-D32BCA142B5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r="4557"/>
          <a:stretch>
            <a:fillRect/>
          </a:stretch>
        </p:blipFill>
        <p:spPr>
          <a:xfrm>
            <a:off x="135705" y="6431844"/>
            <a:ext cx="703702" cy="737306"/>
          </a:xfrm>
          <a:prstGeom prst="rect">
            <a:avLst/>
          </a:prstGeom>
        </p:spPr>
      </p:pic>
      <p:pic>
        <p:nvPicPr>
          <p:cNvPr id="27" name="Imagem 26">
            <a:extLst>
              <a:ext uri="{FF2B5EF4-FFF2-40B4-BE49-F238E27FC236}">
                <a16:creationId xmlns:a16="http://schemas.microsoft.com/office/drawing/2014/main" id="{09EA5AF2-0A25-B26A-CB83-6095791CBFA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3160" y="6484661"/>
            <a:ext cx="667160" cy="661095"/>
          </a:xfrm>
          <a:prstGeom prst="rect">
            <a:avLst/>
          </a:prstGeom>
        </p:spPr>
      </p:pic>
      <p:sp>
        <p:nvSpPr>
          <p:cNvPr id="6" name="WordArt 4">
            <a:extLst>
              <a:ext uri="{FF2B5EF4-FFF2-40B4-BE49-F238E27FC236}">
                <a16:creationId xmlns:a16="http://schemas.microsoft.com/office/drawing/2014/main" id="{3048073B-3759-ABD3-1258-D6975395FD71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2204933" y="6498731"/>
            <a:ext cx="1353560" cy="373783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pt-BR" sz="4000" kern="10" dirty="0">
                <a:ln w="9525">
                  <a:solidFill>
                    <a:schemeClr val="tx1"/>
                  </a:solidFill>
                  <a:round/>
                  <a:headEnd/>
                  <a:tailEnd/>
                </a:ln>
                <a:latin typeface="Algerian" panose="04020705040A02060702" pitchFamily="82" charset="0"/>
              </a:rPr>
              <a:t>Válida ATÉ</a:t>
            </a:r>
          </a:p>
          <a:p>
            <a:pPr algn="ctr"/>
            <a:r>
              <a:rPr lang="pt-BR" sz="4000" kern="10" dirty="0">
                <a:ln w="9525">
                  <a:solidFill>
                    <a:schemeClr val="tx1"/>
                  </a:solidFill>
                  <a:round/>
                  <a:headEnd/>
                  <a:tailEnd/>
                </a:ln>
                <a:latin typeface="Algerian" panose="04020705040A02060702" pitchFamily="82" charset="0"/>
              </a:rPr>
              <a:t>DIA 09/08/2026</a:t>
            </a:r>
          </a:p>
        </p:txBody>
      </p:sp>
      <p:sp>
        <p:nvSpPr>
          <p:cNvPr id="16" name="WordArt 4">
            <a:extLst>
              <a:ext uri="{FF2B5EF4-FFF2-40B4-BE49-F238E27FC236}">
                <a16:creationId xmlns:a16="http://schemas.microsoft.com/office/drawing/2014/main" id="{52ED78EB-EF22-D65E-2681-C8D922E7D1E6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1777065" y="6256436"/>
            <a:ext cx="2209296" cy="235136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pt-BR" sz="4000" kern="10" dirty="0">
                <a:ln w="9525">
                  <a:solidFill>
                    <a:schemeClr val="tx1"/>
                  </a:solidFill>
                  <a:round/>
                  <a:headEnd/>
                  <a:tailEnd/>
                </a:ln>
                <a:latin typeface="Algerian" panose="04020705040A02060702" pitchFamily="82" charset="0"/>
              </a:rPr>
              <a:t>OFERTAS DE ANIVERSARIO!!</a:t>
            </a:r>
          </a:p>
        </p:txBody>
      </p:sp>
      <p:sp>
        <p:nvSpPr>
          <p:cNvPr id="17" name="WordArt 4">
            <a:extLst>
              <a:ext uri="{FF2B5EF4-FFF2-40B4-BE49-F238E27FC236}">
                <a16:creationId xmlns:a16="http://schemas.microsoft.com/office/drawing/2014/main" id="{61CA0D23-D027-A217-D301-C2C48104AB32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1837467" y="6898728"/>
            <a:ext cx="2088495" cy="110407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pt-BR" sz="3616" kern="10" dirty="0">
                <a:ln w="9525">
                  <a:solidFill>
                    <a:schemeClr val="tx1"/>
                  </a:solidFill>
                  <a:round/>
                  <a:headEnd/>
                  <a:tailEnd/>
                </a:ln>
                <a:latin typeface="Algerian" panose="04020705040A02060702" pitchFamily="82" charset="0"/>
              </a:rPr>
              <a:t>Ou até enquanto durarem nossos estoques</a:t>
            </a:r>
          </a:p>
        </p:txBody>
      </p:sp>
      <p:sp>
        <p:nvSpPr>
          <p:cNvPr id="21" name="WordArt 4">
            <a:extLst>
              <a:ext uri="{FF2B5EF4-FFF2-40B4-BE49-F238E27FC236}">
                <a16:creationId xmlns:a16="http://schemas.microsoft.com/office/drawing/2014/main" id="{C9303CCA-BC05-E6C0-F2BE-0DF2D63D770B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1837467" y="7035349"/>
            <a:ext cx="2088495" cy="110407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204"/>
              </a:avLst>
            </a:prstTxWarp>
          </a:bodyPr>
          <a:lstStyle/>
          <a:p>
            <a:pPr algn="ctr"/>
            <a:r>
              <a:rPr lang="fi-FI" sz="4000" kern="10" dirty="0">
                <a:ln w="9525">
                  <a:solidFill>
                    <a:schemeClr val="tx1"/>
                  </a:solidFill>
                  <a:round/>
                  <a:headEnd/>
                  <a:tailEnd/>
                </a:ln>
                <a:latin typeface="Algerian" panose="04020705040A02060702" pitchFamily="82" charset="0"/>
              </a:rPr>
              <a:t>OFERTA VÁLIDA SANTA JULIANA (34)3354-0515</a:t>
            </a:r>
          </a:p>
        </p:txBody>
      </p:sp>
    </p:spTree>
    <p:extLst>
      <p:ext uri="{BB962C8B-B14F-4D97-AF65-F5344CB8AC3E}">
        <p14:creationId xmlns:p14="http://schemas.microsoft.com/office/powerpoint/2010/main" val="120733710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12186</TotalTime>
  <Words>38</Words>
  <Application>Microsoft Office PowerPoint</Application>
  <PresentationFormat>Papel B5 (ISO) (176 x 250 mm)</PresentationFormat>
  <Paragraphs>14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6" baseType="lpstr">
      <vt:lpstr>Algerian</vt:lpstr>
      <vt:lpstr>Arial</vt:lpstr>
      <vt:lpstr>Calibri</vt:lpstr>
      <vt:lpstr>Calibri Light</vt:lpstr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Usuario</dc:creator>
  <cp:lastModifiedBy>Lucas Amaral</cp:lastModifiedBy>
  <cp:revision>466</cp:revision>
  <cp:lastPrinted>2026-08-07T19:58:12Z</cp:lastPrinted>
  <dcterms:created xsi:type="dcterms:W3CDTF">2024-08-29T17:41:17Z</dcterms:created>
  <dcterms:modified xsi:type="dcterms:W3CDTF">2026-08-27T10:51:07Z</dcterms:modified>
</cp:coreProperties>
</file>