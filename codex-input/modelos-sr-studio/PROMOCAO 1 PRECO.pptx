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14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77" d="100"/>
          <a:sy n="77" d="100"/>
        </p:scale>
        <p:origin x="3240" y="102"/>
      </p:cViewPr>
      <p:guideLst>
        <p:guide pos="2160"/>
        <p:guide orient="horz" pos="148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16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4041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5913" tIns="67930" rIns="135913" bIns="6793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42" y="4926264"/>
            <a:ext cx="5681274" cy="4029788"/>
          </a:xfrm>
          <a:prstGeom prst="rect">
            <a:avLst/>
          </a:prstGeom>
        </p:spPr>
        <p:txBody>
          <a:bodyPr vert="horz" lIns="135913" tIns="67930" rIns="135913" bIns="6793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16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4041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57438" y="1279525"/>
            <a:ext cx="2389187" cy="34528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09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82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4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26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86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81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3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00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28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29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86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9686" y="5897768"/>
            <a:ext cx="750188" cy="46570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9686" y="8549265"/>
            <a:ext cx="1525810" cy="73055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 </a:t>
            </a:r>
          </a:p>
        </p:txBody>
      </p:sp>
      <p:sp>
        <p:nvSpPr>
          <p:cNvPr id="15" name="PRECP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05370" y="6233533"/>
            <a:ext cx="5601074" cy="2214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4592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32,77</a:t>
            </a:r>
            <a:endParaRPr lang="pt-BR" sz="4592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7179417" y="8600868"/>
            <a:ext cx="2373324" cy="9972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955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311" y="8682581"/>
            <a:ext cx="1454618" cy="95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94456" y="8345006"/>
            <a:ext cx="2054329" cy="30242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6" name="NOME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42993" y="2836058"/>
            <a:ext cx="6147378" cy="264683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CAFÉ CAJUBA</a:t>
            </a:r>
          </a:p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MOIDO NA HORA 500G</a:t>
            </a:r>
          </a:p>
        </p:txBody>
      </p:sp>
      <p:sp>
        <p:nvSpPr>
          <p:cNvPr id="2" name="DATA">
            <a:extLst>
              <a:ext uri="{FF2B5EF4-FFF2-40B4-BE49-F238E27FC236}">
                <a16:creationId xmlns:a16="http://schemas.microsoft.com/office/drawing/2014/main" id="{EF55571F-8EDD-EBEE-779D-C4BE24E8617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69805" y="8884359"/>
            <a:ext cx="1718806" cy="4746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05/08/2026</a:t>
            </a:r>
          </a:p>
        </p:txBody>
      </p:sp>
      <p:sp>
        <p:nvSpPr>
          <p:cNvPr id="4" name="WordArt 4">
            <a:extLst>
              <a:ext uri="{FF2B5EF4-FFF2-40B4-BE49-F238E27FC236}">
                <a16:creationId xmlns:a16="http://schemas.microsoft.com/office/drawing/2014/main" id="{0F809A4B-9F8F-1E11-3326-C3B3FF01063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37257" y="8555864"/>
            <a:ext cx="2805455" cy="2985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DA LIMPEZA!!</a:t>
            </a:r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EF7F0304-37DE-A912-C9FD-8B2A8A5BA0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79877" y="9388914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C38681C7-9355-09AD-4F17-15F6FEB88DE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79878" y="9566273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34447</TotalTime>
  <Words>35</Words>
  <Application>Microsoft Office PowerPoint</Application>
  <PresentationFormat>Papel A4 (210 x 297 mm)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901</cp:revision>
  <cp:lastPrinted>2026-08-05T17:36:47Z</cp:lastPrinted>
  <dcterms:created xsi:type="dcterms:W3CDTF">2024-08-29T17:41:17Z</dcterms:created>
  <dcterms:modified xsi:type="dcterms:W3CDTF">2026-08-27T10:50:22Z</dcterms:modified>
</cp:coreProperties>
</file>