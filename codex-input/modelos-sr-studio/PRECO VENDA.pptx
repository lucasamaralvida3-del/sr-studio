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76" d="100"/>
          <a:sy n="76" d="100"/>
        </p:scale>
        <p:origin x="3264" y="90"/>
      </p:cViewPr>
      <p:guideLst>
        <p:guide orient="horz" pos="1367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2" y="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/>
          <a:lstStyle>
            <a:lvl1pPr algn="l">
              <a:defRPr sz="18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295" y="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/>
          <a:lstStyle>
            <a:lvl1pPr algn="r">
              <a:defRPr sz="1800"/>
            </a:lvl1pPr>
          </a:lstStyle>
          <a:p>
            <a:fld id="{F9A32F92-F146-43DE-B3AF-5174BD529E9B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39838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419" tIns="67208" rIns="134419" bIns="6720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0718" y="4777872"/>
            <a:ext cx="5436249" cy="3908527"/>
          </a:xfrm>
          <a:prstGeom prst="rect">
            <a:avLst/>
          </a:prstGeom>
        </p:spPr>
        <p:txBody>
          <a:bodyPr vert="horz" lIns="134419" tIns="67208" rIns="134419" bIns="6720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2" y="942822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 anchor="b"/>
          <a:lstStyle>
            <a:lvl1pPr algn="l">
              <a:defRPr sz="18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295" y="942822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 anchor="b"/>
          <a:lstStyle>
            <a:lvl1pPr algn="r">
              <a:defRPr sz="1800"/>
            </a:lvl1pPr>
          </a:lstStyle>
          <a:p>
            <a:fld id="{CA91F8B9-588D-49C5-B832-7FADC470BA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3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1pPr>
    <a:lvl2pPr marL="59134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2pPr>
    <a:lvl3pPr marL="118268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3pPr>
    <a:lvl4pPr marL="177402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4pPr>
    <a:lvl5pPr marL="236537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5pPr>
    <a:lvl6pPr marL="295671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6pPr>
    <a:lvl7pPr marL="354805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7pPr>
    <a:lvl8pPr marL="413939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8pPr>
    <a:lvl9pPr marL="473074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239963" y="1239838"/>
            <a:ext cx="2317750" cy="334962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1F8B9-588D-49C5-B832-7FADC470BA0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065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46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81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86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25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0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512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92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161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66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14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83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D189-AD9D-4260-BBAB-13FC0D875FCC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88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0327207-0A77-64AF-AC13-19DAADE5262A}"/>
              </a:ext>
            </a:extLst>
          </p:cNvPr>
          <p:cNvSpPr txBox="1">
            <a:spLocks noChangeAspect="1"/>
          </p:cNvSpPr>
          <p:nvPr/>
        </p:nvSpPr>
        <p:spPr>
          <a:xfrm>
            <a:off x="1422399" y="2285586"/>
            <a:ext cx="4191001" cy="14780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pt-BR" sz="7200" dirty="0">
                <a:latin typeface="Algerian" panose="04020705040A02060702" pitchFamily="82" charset="0"/>
              </a:rPr>
              <a:t>bolacha </a:t>
            </a:r>
          </a:p>
          <a:p>
            <a:pPr algn="ctr"/>
            <a:r>
              <a:rPr lang="pt-BR" sz="7200" dirty="0">
                <a:latin typeface="Algerian" panose="04020705040A02060702" pitchFamily="82" charset="0"/>
              </a:rPr>
              <a:t>Araruta </a:t>
            </a:r>
            <a:r>
              <a:rPr lang="pt-BR" sz="7200" dirty="0" err="1">
                <a:latin typeface="Algerian" panose="04020705040A02060702" pitchFamily="82" charset="0"/>
              </a:rPr>
              <a:t>sr</a:t>
            </a:r>
            <a:endParaRPr lang="pt-BR" sz="7200" dirty="0">
              <a:latin typeface="Algerian" panose="04020705040A02060702" pitchFamily="82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452395D-0AA9-C862-C9C8-5F8F7816097C}"/>
              </a:ext>
            </a:extLst>
          </p:cNvPr>
          <p:cNvCxnSpPr/>
          <p:nvPr/>
        </p:nvCxnSpPr>
        <p:spPr>
          <a:xfrm flipH="1">
            <a:off x="-4159698" y="2255763"/>
            <a:ext cx="41596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WordArt 4">
            <a:extLst>
              <a:ext uri="{FF2B5EF4-FFF2-40B4-BE49-F238E27FC236}">
                <a16:creationId xmlns:a16="http://schemas.microsoft.com/office/drawing/2014/main" id="{8DF958AA-6F45-26D9-0D97-01800044A58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-3359218" y="1837502"/>
            <a:ext cx="3142301" cy="35132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LIMITE DE CIMA OFERTA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2542518-2E13-D53A-BD4B-A05C7880EABD}"/>
              </a:ext>
            </a:extLst>
          </p:cNvPr>
          <p:cNvSpPr txBox="1">
            <a:spLocks noChangeAspect="1"/>
          </p:cNvSpPr>
          <p:nvPr/>
        </p:nvSpPr>
        <p:spPr>
          <a:xfrm>
            <a:off x="1975275" y="7404488"/>
            <a:ext cx="2907432" cy="136513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pt-BR" sz="7200" dirty="0">
                <a:latin typeface="Algerian" panose="04020705040A02060702" pitchFamily="82" charset="0"/>
              </a:rPr>
              <a:t>cada</a:t>
            </a:r>
            <a:endParaRPr lang="pt-BR" sz="3555" dirty="0">
              <a:latin typeface="Algerian" panose="04020705040A02060702" pitchFamily="8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562DFD-DB83-3522-0FE1-901290E9609B}"/>
              </a:ext>
            </a:extLst>
          </p:cNvPr>
          <p:cNvSpPr txBox="1">
            <a:spLocks noChangeAspect="1"/>
          </p:cNvSpPr>
          <p:nvPr/>
        </p:nvSpPr>
        <p:spPr>
          <a:xfrm>
            <a:off x="-473094" y="5105749"/>
            <a:ext cx="7804170" cy="3095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pt-BR" sz="13800" dirty="0">
                <a:latin typeface="Algerian" panose="04020705040A02060702" pitchFamily="82" charset="0"/>
              </a:rPr>
              <a:t>14,89</a:t>
            </a:r>
          </a:p>
        </p:txBody>
      </p:sp>
    </p:spTree>
    <p:extLst>
      <p:ext uri="{BB962C8B-B14F-4D97-AF65-F5344CB8AC3E}">
        <p14:creationId xmlns:p14="http://schemas.microsoft.com/office/powerpoint/2010/main" val="28182149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1800</TotalTime>
  <Words>10</Words>
  <Application>Microsoft Office PowerPoint</Application>
  <PresentationFormat>Papel A4 (210 x 297 mm)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114</cp:revision>
  <cp:lastPrinted>2026-08-26T16:40:46Z</cp:lastPrinted>
  <dcterms:created xsi:type="dcterms:W3CDTF">2024-09-04T19:15:51Z</dcterms:created>
  <dcterms:modified xsi:type="dcterms:W3CDTF">2026-08-26T16:41:02Z</dcterms:modified>
</cp:coreProperties>
</file>