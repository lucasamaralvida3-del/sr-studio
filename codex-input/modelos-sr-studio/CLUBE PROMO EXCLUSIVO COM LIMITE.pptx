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"/>
  </p:notesMasterIdLst>
  <p:sldIdLst>
    <p:sldId id="256" r:id="rId2"/>
  </p:sldIdLst>
  <p:sldSz cx="5400675" cy="7559675"/>
  <p:notesSz cx="4565650" cy="6797675"/>
  <p:defaultTextStyle>
    <a:defPPr>
      <a:defRPr lang="en-US"/>
    </a:defPPr>
    <a:lvl1pPr marL="0" algn="l" defTabSz="457175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1pPr>
    <a:lvl2pPr marL="457175" algn="l" defTabSz="457175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2pPr>
    <a:lvl3pPr marL="914349" algn="l" defTabSz="457175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3pPr>
    <a:lvl4pPr marL="1371523" algn="l" defTabSz="457175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4pPr>
    <a:lvl5pPr marL="1828697" algn="l" defTabSz="457175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5pPr>
    <a:lvl6pPr marL="2285872" algn="l" defTabSz="457175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6pPr>
    <a:lvl7pPr marL="2743047" algn="l" defTabSz="457175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7pPr>
    <a:lvl8pPr marL="3200221" algn="l" defTabSz="457175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8pPr>
    <a:lvl9pPr marL="3657395" algn="l" defTabSz="457175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1701" userDrawn="1">
          <p15:clr>
            <a:srgbClr val="A4A3A4"/>
          </p15:clr>
        </p15:guide>
        <p15:guide id="3" orient="horz" pos="113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33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54" autoAdjust="0"/>
    <p:restoredTop sz="96429" autoAdjust="0"/>
  </p:normalViewPr>
  <p:slideViewPr>
    <p:cSldViewPr snapToGrid="0" showGuides="1">
      <p:cViewPr varScale="1">
        <p:scale>
          <a:sx n="96" d="100"/>
          <a:sy n="96" d="100"/>
        </p:scale>
        <p:origin x="3258" y="78"/>
      </p:cViewPr>
      <p:guideLst>
        <p:guide pos="1701"/>
        <p:guide orient="horz" pos="1134"/>
      </p:guideLst>
    </p:cSldViewPr>
  </p:slideViewPr>
  <p:notesTextViewPr>
    <p:cViewPr>
      <p:scale>
        <a:sx n="200" d="100"/>
        <a:sy n="2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17" y="20"/>
            <a:ext cx="1978025" cy="341313"/>
          </a:xfrm>
          <a:prstGeom prst="rect">
            <a:avLst/>
          </a:prstGeom>
        </p:spPr>
        <p:txBody>
          <a:bodyPr vert="horz" lIns="91197" tIns="45593" rIns="91197" bIns="45593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2586056" y="20"/>
            <a:ext cx="1978025" cy="341313"/>
          </a:xfrm>
          <a:prstGeom prst="rect">
            <a:avLst/>
          </a:prstGeom>
        </p:spPr>
        <p:txBody>
          <a:bodyPr vert="horz" lIns="91197" tIns="45593" rIns="91197" bIns="45593" rtlCol="0"/>
          <a:lstStyle>
            <a:lvl1pPr algn="r">
              <a:defRPr sz="1200"/>
            </a:lvl1pPr>
          </a:lstStyle>
          <a:p>
            <a:fld id="{A99A84D1-6678-42CF-98F3-A36343E278C0}" type="datetimeFigureOut">
              <a:rPr lang="pt-BR" smtClean="0"/>
              <a:t>30/01/2026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465263" y="850900"/>
            <a:ext cx="1635125" cy="2292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197" tIns="45593" rIns="91197" bIns="45593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457203" y="3271855"/>
            <a:ext cx="3651250" cy="2676525"/>
          </a:xfrm>
          <a:prstGeom prst="rect">
            <a:avLst/>
          </a:prstGeom>
        </p:spPr>
        <p:txBody>
          <a:bodyPr vert="horz" lIns="91197" tIns="45593" rIns="91197" bIns="45593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17" y="6456368"/>
            <a:ext cx="1978025" cy="341312"/>
          </a:xfrm>
          <a:prstGeom prst="rect">
            <a:avLst/>
          </a:prstGeom>
        </p:spPr>
        <p:txBody>
          <a:bodyPr vert="horz" lIns="91197" tIns="45593" rIns="91197" bIns="45593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2586056" y="6456368"/>
            <a:ext cx="1978025" cy="341312"/>
          </a:xfrm>
          <a:prstGeom prst="rect">
            <a:avLst/>
          </a:prstGeom>
        </p:spPr>
        <p:txBody>
          <a:bodyPr vert="horz" lIns="91197" tIns="45593" rIns="91197" bIns="45593" rtlCol="0" anchor="b"/>
          <a:lstStyle>
            <a:lvl1pPr algn="r">
              <a:defRPr sz="1200"/>
            </a:lvl1pPr>
          </a:lstStyle>
          <a:p>
            <a:fld id="{0F129D01-4943-44FC-9F5F-60919136D23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47252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129D01-4943-44FC-9F5F-60919136D23F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82397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5051" y="1237198"/>
            <a:ext cx="4590574" cy="2631887"/>
          </a:xfrm>
        </p:spPr>
        <p:txBody>
          <a:bodyPr anchor="b"/>
          <a:lstStyle>
            <a:lvl1pPr algn="ctr">
              <a:defRPr sz="3544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75085" y="3970580"/>
            <a:ext cx="4050506" cy="1825173"/>
          </a:xfrm>
        </p:spPr>
        <p:txBody>
          <a:bodyPr/>
          <a:lstStyle>
            <a:lvl1pPr marL="0" indent="0" algn="ctr">
              <a:buNone/>
              <a:defRPr sz="1417"/>
            </a:lvl1pPr>
            <a:lvl2pPr marL="270027" indent="0" algn="ctr">
              <a:buNone/>
              <a:defRPr sz="1181"/>
            </a:lvl2pPr>
            <a:lvl3pPr marL="540054" indent="0" algn="ctr">
              <a:buNone/>
              <a:defRPr sz="1063"/>
            </a:lvl3pPr>
            <a:lvl4pPr marL="810081" indent="0" algn="ctr">
              <a:buNone/>
              <a:defRPr sz="945"/>
            </a:lvl4pPr>
            <a:lvl5pPr marL="1080108" indent="0" algn="ctr">
              <a:buNone/>
              <a:defRPr sz="945"/>
            </a:lvl5pPr>
            <a:lvl6pPr marL="1350135" indent="0" algn="ctr">
              <a:buNone/>
              <a:defRPr sz="945"/>
            </a:lvl6pPr>
            <a:lvl7pPr marL="1620162" indent="0" algn="ctr">
              <a:buNone/>
              <a:defRPr sz="945"/>
            </a:lvl7pPr>
            <a:lvl8pPr marL="1890188" indent="0" algn="ctr">
              <a:buNone/>
              <a:defRPr sz="945"/>
            </a:lvl8pPr>
            <a:lvl9pPr marL="2160216" indent="0" algn="ctr">
              <a:buNone/>
              <a:defRPr sz="945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30/01/2026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2123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30/01/2026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829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8484" y="1884671"/>
            <a:ext cx="4658082" cy="3144613"/>
          </a:xfrm>
        </p:spPr>
        <p:txBody>
          <a:bodyPr anchor="b"/>
          <a:lstStyle>
            <a:lvl1pPr>
              <a:defRPr sz="3544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8484" y="5059036"/>
            <a:ext cx="4658082" cy="1653678"/>
          </a:xfrm>
        </p:spPr>
        <p:txBody>
          <a:bodyPr/>
          <a:lstStyle>
            <a:lvl1pPr marL="0" indent="0">
              <a:buNone/>
              <a:defRPr sz="1417">
                <a:solidFill>
                  <a:schemeClr val="tx1"/>
                </a:solidFill>
              </a:defRPr>
            </a:lvl1pPr>
            <a:lvl2pPr marL="270027" indent="0">
              <a:buNone/>
              <a:defRPr sz="1181">
                <a:solidFill>
                  <a:schemeClr val="tx1">
                    <a:tint val="75000"/>
                  </a:schemeClr>
                </a:solidFill>
              </a:defRPr>
            </a:lvl2pPr>
            <a:lvl3pPr marL="540054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3pPr>
            <a:lvl4pPr marL="810081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4pPr>
            <a:lvl5pPr marL="1080108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5pPr>
            <a:lvl6pPr marL="1350135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6pPr>
            <a:lvl7pPr marL="1620162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7pPr>
            <a:lvl8pPr marL="1890188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8pPr>
            <a:lvl9pPr marL="2160216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30/01/2026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53585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1298" y="2012415"/>
            <a:ext cx="2295287" cy="479654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34094" y="2012415"/>
            <a:ext cx="2295287" cy="479654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30/01/2026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2337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01" y="402486"/>
            <a:ext cx="4658082" cy="1461188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2001" y="1853172"/>
            <a:ext cx="2284738" cy="908209"/>
          </a:xfrm>
        </p:spPr>
        <p:txBody>
          <a:bodyPr anchor="b"/>
          <a:lstStyle>
            <a:lvl1pPr marL="0" indent="0">
              <a:buNone/>
              <a:defRPr sz="1417" b="1"/>
            </a:lvl1pPr>
            <a:lvl2pPr marL="270027" indent="0">
              <a:buNone/>
              <a:defRPr sz="1181" b="1"/>
            </a:lvl2pPr>
            <a:lvl3pPr marL="540054" indent="0">
              <a:buNone/>
              <a:defRPr sz="1063" b="1"/>
            </a:lvl3pPr>
            <a:lvl4pPr marL="810081" indent="0">
              <a:buNone/>
              <a:defRPr sz="945" b="1"/>
            </a:lvl4pPr>
            <a:lvl5pPr marL="1080108" indent="0">
              <a:buNone/>
              <a:defRPr sz="945" b="1"/>
            </a:lvl5pPr>
            <a:lvl6pPr marL="1350135" indent="0">
              <a:buNone/>
              <a:defRPr sz="945" b="1"/>
            </a:lvl6pPr>
            <a:lvl7pPr marL="1620162" indent="0">
              <a:buNone/>
              <a:defRPr sz="945" b="1"/>
            </a:lvl7pPr>
            <a:lvl8pPr marL="1890188" indent="0">
              <a:buNone/>
              <a:defRPr sz="945" b="1"/>
            </a:lvl8pPr>
            <a:lvl9pPr marL="2160216" indent="0">
              <a:buNone/>
              <a:defRPr sz="945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2001" y="2761382"/>
            <a:ext cx="2284738" cy="406157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734092" y="1853172"/>
            <a:ext cx="2295990" cy="908209"/>
          </a:xfrm>
        </p:spPr>
        <p:txBody>
          <a:bodyPr anchor="b"/>
          <a:lstStyle>
            <a:lvl1pPr marL="0" indent="0">
              <a:buNone/>
              <a:defRPr sz="1417" b="1"/>
            </a:lvl1pPr>
            <a:lvl2pPr marL="270027" indent="0">
              <a:buNone/>
              <a:defRPr sz="1181" b="1"/>
            </a:lvl2pPr>
            <a:lvl3pPr marL="540054" indent="0">
              <a:buNone/>
              <a:defRPr sz="1063" b="1"/>
            </a:lvl3pPr>
            <a:lvl4pPr marL="810081" indent="0">
              <a:buNone/>
              <a:defRPr sz="945" b="1"/>
            </a:lvl4pPr>
            <a:lvl5pPr marL="1080108" indent="0">
              <a:buNone/>
              <a:defRPr sz="945" b="1"/>
            </a:lvl5pPr>
            <a:lvl6pPr marL="1350135" indent="0">
              <a:buNone/>
              <a:defRPr sz="945" b="1"/>
            </a:lvl6pPr>
            <a:lvl7pPr marL="1620162" indent="0">
              <a:buNone/>
              <a:defRPr sz="945" b="1"/>
            </a:lvl7pPr>
            <a:lvl8pPr marL="1890188" indent="0">
              <a:buNone/>
              <a:defRPr sz="945" b="1"/>
            </a:lvl8pPr>
            <a:lvl9pPr marL="2160216" indent="0">
              <a:buNone/>
              <a:defRPr sz="945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734092" y="2761382"/>
            <a:ext cx="2295990" cy="406157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30/01/2026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2184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30/01/2026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0212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30/01/2026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0841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00" y="503980"/>
            <a:ext cx="1741858" cy="1763923"/>
          </a:xfrm>
        </p:spPr>
        <p:txBody>
          <a:bodyPr anchor="b"/>
          <a:lstStyle>
            <a:lvl1pPr>
              <a:defRPr sz="189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95991" y="1088457"/>
            <a:ext cx="2734092" cy="5372269"/>
          </a:xfrm>
        </p:spPr>
        <p:txBody>
          <a:bodyPr/>
          <a:lstStyle>
            <a:lvl1pPr>
              <a:defRPr sz="1890"/>
            </a:lvl1pPr>
            <a:lvl2pPr>
              <a:defRPr sz="1654"/>
            </a:lvl2pPr>
            <a:lvl3pPr>
              <a:defRPr sz="1417"/>
            </a:lvl3pPr>
            <a:lvl4pPr>
              <a:defRPr sz="1181"/>
            </a:lvl4pPr>
            <a:lvl5pPr>
              <a:defRPr sz="1181"/>
            </a:lvl5pPr>
            <a:lvl6pPr>
              <a:defRPr sz="1181"/>
            </a:lvl6pPr>
            <a:lvl7pPr>
              <a:defRPr sz="1181"/>
            </a:lvl7pPr>
            <a:lvl8pPr>
              <a:defRPr sz="1181"/>
            </a:lvl8pPr>
            <a:lvl9pPr>
              <a:defRPr sz="1181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2000" y="2267902"/>
            <a:ext cx="1741858" cy="4201571"/>
          </a:xfrm>
        </p:spPr>
        <p:txBody>
          <a:bodyPr/>
          <a:lstStyle>
            <a:lvl1pPr marL="0" indent="0">
              <a:buNone/>
              <a:defRPr sz="945"/>
            </a:lvl1pPr>
            <a:lvl2pPr marL="270027" indent="0">
              <a:buNone/>
              <a:defRPr sz="827"/>
            </a:lvl2pPr>
            <a:lvl3pPr marL="540054" indent="0">
              <a:buNone/>
              <a:defRPr sz="709"/>
            </a:lvl3pPr>
            <a:lvl4pPr marL="810081" indent="0">
              <a:buNone/>
              <a:defRPr sz="591"/>
            </a:lvl4pPr>
            <a:lvl5pPr marL="1080108" indent="0">
              <a:buNone/>
              <a:defRPr sz="591"/>
            </a:lvl5pPr>
            <a:lvl6pPr marL="1350135" indent="0">
              <a:buNone/>
              <a:defRPr sz="591"/>
            </a:lvl6pPr>
            <a:lvl7pPr marL="1620162" indent="0">
              <a:buNone/>
              <a:defRPr sz="591"/>
            </a:lvl7pPr>
            <a:lvl8pPr marL="1890188" indent="0">
              <a:buNone/>
              <a:defRPr sz="591"/>
            </a:lvl8pPr>
            <a:lvl9pPr marL="2160216" indent="0">
              <a:buNone/>
              <a:defRPr sz="59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30/01/2026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083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00" y="503980"/>
            <a:ext cx="1741858" cy="1763923"/>
          </a:xfrm>
        </p:spPr>
        <p:txBody>
          <a:bodyPr anchor="b"/>
          <a:lstStyle>
            <a:lvl1pPr>
              <a:defRPr sz="189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95991" y="1088457"/>
            <a:ext cx="2734092" cy="5372269"/>
          </a:xfrm>
        </p:spPr>
        <p:txBody>
          <a:bodyPr anchor="t"/>
          <a:lstStyle>
            <a:lvl1pPr marL="0" indent="0">
              <a:buNone/>
              <a:defRPr sz="1890"/>
            </a:lvl1pPr>
            <a:lvl2pPr marL="270027" indent="0">
              <a:buNone/>
              <a:defRPr sz="1654"/>
            </a:lvl2pPr>
            <a:lvl3pPr marL="540054" indent="0">
              <a:buNone/>
              <a:defRPr sz="1417"/>
            </a:lvl3pPr>
            <a:lvl4pPr marL="810081" indent="0">
              <a:buNone/>
              <a:defRPr sz="1181"/>
            </a:lvl4pPr>
            <a:lvl5pPr marL="1080108" indent="0">
              <a:buNone/>
              <a:defRPr sz="1181"/>
            </a:lvl5pPr>
            <a:lvl6pPr marL="1350135" indent="0">
              <a:buNone/>
              <a:defRPr sz="1181"/>
            </a:lvl6pPr>
            <a:lvl7pPr marL="1620162" indent="0">
              <a:buNone/>
              <a:defRPr sz="1181"/>
            </a:lvl7pPr>
            <a:lvl8pPr marL="1890188" indent="0">
              <a:buNone/>
              <a:defRPr sz="1181"/>
            </a:lvl8pPr>
            <a:lvl9pPr marL="2160216" indent="0">
              <a:buNone/>
              <a:defRPr sz="1181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2000" y="2267902"/>
            <a:ext cx="1741858" cy="4201571"/>
          </a:xfrm>
        </p:spPr>
        <p:txBody>
          <a:bodyPr/>
          <a:lstStyle>
            <a:lvl1pPr marL="0" indent="0">
              <a:buNone/>
              <a:defRPr sz="945"/>
            </a:lvl1pPr>
            <a:lvl2pPr marL="270027" indent="0">
              <a:buNone/>
              <a:defRPr sz="827"/>
            </a:lvl2pPr>
            <a:lvl3pPr marL="540054" indent="0">
              <a:buNone/>
              <a:defRPr sz="709"/>
            </a:lvl3pPr>
            <a:lvl4pPr marL="810081" indent="0">
              <a:buNone/>
              <a:defRPr sz="591"/>
            </a:lvl4pPr>
            <a:lvl5pPr marL="1080108" indent="0">
              <a:buNone/>
              <a:defRPr sz="591"/>
            </a:lvl5pPr>
            <a:lvl6pPr marL="1350135" indent="0">
              <a:buNone/>
              <a:defRPr sz="591"/>
            </a:lvl6pPr>
            <a:lvl7pPr marL="1620162" indent="0">
              <a:buNone/>
              <a:defRPr sz="591"/>
            </a:lvl7pPr>
            <a:lvl8pPr marL="1890188" indent="0">
              <a:buNone/>
              <a:defRPr sz="591"/>
            </a:lvl8pPr>
            <a:lvl9pPr marL="2160216" indent="0">
              <a:buNone/>
              <a:defRPr sz="59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30/01/2026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6001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30/01/2026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0886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64860" y="402485"/>
            <a:ext cx="1164521" cy="640647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1299" y="402485"/>
            <a:ext cx="3426053" cy="640647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30/01/2026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3819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1298" y="402486"/>
            <a:ext cx="4658082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1298" y="2012415"/>
            <a:ext cx="4658082" cy="47965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1296" y="7006702"/>
            <a:ext cx="1215152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948CF4-78D3-4A55-B711-C070BB14A855}" type="datetimeFigureOut">
              <a:rPr lang="pt-BR" smtClean="0"/>
              <a:t>30/01/2026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88975" y="7006702"/>
            <a:ext cx="182272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4227" y="7006702"/>
            <a:ext cx="1215152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0959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540054" rtl="0" eaLnBrk="1" latinLnBrk="0" hangingPunct="1">
        <a:lnSpc>
          <a:spcPct val="90000"/>
        </a:lnSpc>
        <a:spcBef>
          <a:spcPct val="0"/>
        </a:spcBef>
        <a:buNone/>
        <a:defRPr sz="25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5013" indent="-135013" algn="l" defTabSz="540054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1654" kern="1200">
          <a:solidFill>
            <a:schemeClr val="tx1"/>
          </a:solidFill>
          <a:latin typeface="+mn-lt"/>
          <a:ea typeface="+mn-ea"/>
          <a:cs typeface="+mn-cs"/>
        </a:defRPr>
      </a:lvl1pPr>
      <a:lvl2pPr marL="405040" indent="-135013" algn="l" defTabSz="540054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2pPr>
      <a:lvl3pPr marL="675067" indent="-135013" algn="l" defTabSz="540054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181" kern="1200">
          <a:solidFill>
            <a:schemeClr val="tx1"/>
          </a:solidFill>
          <a:latin typeface="+mn-lt"/>
          <a:ea typeface="+mn-ea"/>
          <a:cs typeface="+mn-cs"/>
        </a:defRPr>
      </a:lvl3pPr>
      <a:lvl4pPr marL="945094" indent="-135013" algn="l" defTabSz="540054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4pPr>
      <a:lvl5pPr marL="1215121" indent="-135013" algn="l" defTabSz="540054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5pPr>
      <a:lvl6pPr marL="1485148" indent="-135013" algn="l" defTabSz="540054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6pPr>
      <a:lvl7pPr marL="1755175" indent="-135013" algn="l" defTabSz="540054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7pPr>
      <a:lvl8pPr marL="2025202" indent="-135013" algn="l" defTabSz="540054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8pPr>
      <a:lvl9pPr marL="2295229" indent="-135013" algn="l" defTabSz="540054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0054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1pPr>
      <a:lvl2pPr marL="270027" algn="l" defTabSz="540054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2pPr>
      <a:lvl3pPr marL="540054" algn="l" defTabSz="540054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3pPr>
      <a:lvl4pPr marL="810081" algn="l" defTabSz="540054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4pPr>
      <a:lvl5pPr marL="1080108" algn="l" defTabSz="540054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5pPr>
      <a:lvl6pPr marL="1350135" algn="l" defTabSz="540054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6pPr>
      <a:lvl7pPr marL="1620162" algn="l" defTabSz="540054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7pPr>
      <a:lvl8pPr marL="1890188" algn="l" defTabSz="540054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8pPr>
      <a:lvl9pPr marL="2160216" algn="l" defTabSz="540054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WordArt 6">
            <a:extLst>
              <a:ext uri="{FF2B5EF4-FFF2-40B4-BE49-F238E27FC236}">
                <a16:creationId xmlns:a16="http://schemas.microsoft.com/office/drawing/2014/main" id="{2E6F9504-5A34-7F0E-02A3-F187AE943B4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37580" y="4807393"/>
            <a:ext cx="590773" cy="36674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3616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R$</a:t>
            </a:r>
          </a:p>
        </p:txBody>
      </p:sp>
      <p:sp>
        <p:nvSpPr>
          <p:cNvPr id="13" name="WordArt 3">
            <a:extLst>
              <a:ext uri="{FF2B5EF4-FFF2-40B4-BE49-F238E27FC236}">
                <a16:creationId xmlns:a16="http://schemas.microsoft.com/office/drawing/2014/main" id="{D13BE144-80D0-63C3-E1CD-E0F8C635C436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41744" y="5896273"/>
            <a:ext cx="949658" cy="441854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3616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CADA</a:t>
            </a:r>
          </a:p>
        </p:txBody>
      </p:sp>
      <p:sp>
        <p:nvSpPr>
          <p:cNvPr id="15" name="WordArt 4">
            <a:extLst>
              <a:ext uri="{FF2B5EF4-FFF2-40B4-BE49-F238E27FC236}">
                <a16:creationId xmlns:a16="http://schemas.microsoft.com/office/drawing/2014/main" id="{BEF3EBE6-9758-CA88-5307-5BF8346B9A9F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105349" y="4852106"/>
            <a:ext cx="3340602" cy="165984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49806"/>
              </a:avLst>
            </a:prstTxWarp>
          </a:bodyPr>
          <a:lstStyle/>
          <a:p>
            <a:pPr algn="ctr"/>
            <a:r>
              <a:rPr lang="pt-BR" sz="3616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5,94</a:t>
            </a:r>
          </a:p>
        </p:txBody>
      </p:sp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0476FEC4-224F-41A1-8421-3CF267C4522B}"/>
              </a:ext>
            </a:extLst>
          </p:cNvPr>
          <p:cNvCxnSpPr>
            <a:cxnSpLocks/>
          </p:cNvCxnSpPr>
          <p:nvPr/>
        </p:nvCxnSpPr>
        <p:spPr>
          <a:xfrm flipH="1">
            <a:off x="-1625600" y="1804914"/>
            <a:ext cx="143630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tângulo 19">
            <a:extLst>
              <a:ext uri="{FF2B5EF4-FFF2-40B4-BE49-F238E27FC236}">
                <a16:creationId xmlns:a16="http://schemas.microsoft.com/office/drawing/2014/main" id="{9B3C68A4-7D48-9944-ECFA-DB0415967FC3}"/>
              </a:ext>
            </a:extLst>
          </p:cNvPr>
          <p:cNvSpPr/>
          <p:nvPr/>
        </p:nvSpPr>
        <p:spPr>
          <a:xfrm>
            <a:off x="5653791" y="6652533"/>
            <a:ext cx="1868993" cy="78530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2" name="Imagem 3">
            <a:extLst>
              <a:ext uri="{FF2B5EF4-FFF2-40B4-BE49-F238E27FC236}">
                <a16:creationId xmlns:a16="http://schemas.microsoft.com/office/drawing/2014/main" id="{23A0C3A5-131E-A058-B282-70050F20CF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1919" y="6698720"/>
            <a:ext cx="1145512" cy="751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WordArt 4">
            <a:extLst>
              <a:ext uri="{FF2B5EF4-FFF2-40B4-BE49-F238E27FC236}">
                <a16:creationId xmlns:a16="http://schemas.microsoft.com/office/drawing/2014/main" id="{3D94B77C-806F-5239-C339-C92ACDACEC57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586884" y="6451042"/>
            <a:ext cx="1617784" cy="23815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3616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ESPAÇO LOGO SR CARTAZ</a:t>
            </a:r>
          </a:p>
        </p:txBody>
      </p:sp>
      <p:sp>
        <p:nvSpPr>
          <p:cNvPr id="24" name="WordArt 4">
            <a:extLst>
              <a:ext uri="{FF2B5EF4-FFF2-40B4-BE49-F238E27FC236}">
                <a16:creationId xmlns:a16="http://schemas.microsoft.com/office/drawing/2014/main" id="{E8DEEAE6-C9E7-FBCF-BBD5-032AE254EB0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-1625601" y="1523560"/>
            <a:ext cx="1436306" cy="28134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3616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LIMITE DE CIMA OFERTA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61227060-9D83-D3D3-1E79-BF4CC43EDA83}"/>
              </a:ext>
            </a:extLst>
          </p:cNvPr>
          <p:cNvSpPr/>
          <p:nvPr/>
        </p:nvSpPr>
        <p:spPr>
          <a:xfrm>
            <a:off x="651097" y="4426091"/>
            <a:ext cx="4182189" cy="26156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800" b="1" dirty="0"/>
              <a:t>LIMITE DE 20UN POR CPF</a:t>
            </a:r>
          </a:p>
        </p:txBody>
      </p:sp>
      <p:sp>
        <p:nvSpPr>
          <p:cNvPr id="6" name="WordArt 4">
            <a:extLst>
              <a:ext uri="{FF2B5EF4-FFF2-40B4-BE49-F238E27FC236}">
                <a16:creationId xmlns:a16="http://schemas.microsoft.com/office/drawing/2014/main" id="{8C8BD4B7-CFC6-504A-592C-821CC82DE501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60369" y="1875756"/>
            <a:ext cx="4822296" cy="2008084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49820"/>
              </a:avLst>
            </a:prstTxWarp>
          </a:bodyPr>
          <a:lstStyle/>
          <a:p>
            <a:pPr algn="ctr"/>
            <a:r>
              <a:rPr lang="fi-FI" sz="4000" kern="1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ÓLEO </a:t>
            </a:r>
            <a:r>
              <a:rPr lang="fi-FI" sz="4000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DE SOJA</a:t>
            </a:r>
          </a:p>
          <a:p>
            <a:pPr algn="ctr"/>
            <a:r>
              <a:rPr lang="fi-FI" sz="4000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VITALIV 900ML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278209B7-AB26-E66B-762E-3DF7C5B2396B}"/>
              </a:ext>
            </a:extLst>
          </p:cNvPr>
          <p:cNvSpPr/>
          <p:nvPr/>
        </p:nvSpPr>
        <p:spPr>
          <a:xfrm>
            <a:off x="-2351" y="3944101"/>
            <a:ext cx="5400674" cy="45805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800" b="1" dirty="0"/>
              <a:t>OFERTA EXCLUSIVA SOMENTE PARA</a:t>
            </a:r>
          </a:p>
          <a:p>
            <a:pPr algn="ctr"/>
            <a:r>
              <a:rPr lang="pt-BR" sz="1800" b="1" dirty="0"/>
              <a:t> USUÁRIOS DO CLUBE SR</a:t>
            </a:r>
          </a:p>
        </p:txBody>
      </p:sp>
      <p:sp>
        <p:nvSpPr>
          <p:cNvPr id="9" name="WordArt 4">
            <a:extLst>
              <a:ext uri="{FF2B5EF4-FFF2-40B4-BE49-F238E27FC236}">
                <a16:creationId xmlns:a16="http://schemas.microsoft.com/office/drawing/2014/main" id="{D81E7216-B5E6-0671-9DBF-610E21863F9B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6588288" y="4969362"/>
            <a:ext cx="1353560" cy="37378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3616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válida até</a:t>
            </a:r>
          </a:p>
          <a:p>
            <a:pPr algn="ctr"/>
            <a:r>
              <a:rPr lang="pt-BR" sz="3616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06/08/2025</a:t>
            </a:r>
          </a:p>
        </p:txBody>
      </p:sp>
      <p:sp>
        <p:nvSpPr>
          <p:cNvPr id="10" name="WordArt 4">
            <a:extLst>
              <a:ext uri="{FF2B5EF4-FFF2-40B4-BE49-F238E27FC236}">
                <a16:creationId xmlns:a16="http://schemas.microsoft.com/office/drawing/2014/main" id="{66F11F15-3649-0B2F-D92A-09A9D3896FA5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6100020" y="4755628"/>
            <a:ext cx="2209296" cy="235136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3616" kern="10" dirty="0" err="1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OFERTas</a:t>
            </a:r>
            <a:r>
              <a:rPr lang="pt-BR" sz="3616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 imbatíveis!!!</a:t>
            </a:r>
          </a:p>
        </p:txBody>
      </p:sp>
      <p:sp>
        <p:nvSpPr>
          <p:cNvPr id="11" name="WordArt 4">
            <a:extLst>
              <a:ext uri="{FF2B5EF4-FFF2-40B4-BE49-F238E27FC236}">
                <a16:creationId xmlns:a16="http://schemas.microsoft.com/office/drawing/2014/main" id="{746C0A73-62BA-A625-067B-8BBD0E0DE269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265068" y="5156623"/>
            <a:ext cx="2088495" cy="11040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3616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Ou até enquanto durarem nossos estoques</a:t>
            </a:r>
          </a:p>
        </p:txBody>
      </p:sp>
      <p:sp>
        <p:nvSpPr>
          <p:cNvPr id="5" name="WordArt 4">
            <a:extLst>
              <a:ext uri="{FF2B5EF4-FFF2-40B4-BE49-F238E27FC236}">
                <a16:creationId xmlns:a16="http://schemas.microsoft.com/office/drawing/2014/main" id="{7FE04C13-60D2-EB6A-8710-93C7F097355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021208" y="6934141"/>
            <a:ext cx="1353560" cy="37378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3616" kern="10" dirty="0" err="1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VáliVálida</a:t>
            </a:r>
            <a:r>
              <a:rPr lang="pt-BR" sz="3616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 SOMENTE</a:t>
            </a:r>
          </a:p>
          <a:p>
            <a:pPr algn="ctr"/>
            <a:r>
              <a:rPr lang="pt-BR" sz="3616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DIA 30/01/2026</a:t>
            </a:r>
          </a:p>
        </p:txBody>
      </p:sp>
      <p:sp>
        <p:nvSpPr>
          <p:cNvPr id="7" name="WordArt 4">
            <a:extLst>
              <a:ext uri="{FF2B5EF4-FFF2-40B4-BE49-F238E27FC236}">
                <a16:creationId xmlns:a16="http://schemas.microsoft.com/office/drawing/2014/main" id="{2D266FFC-97B7-9A0F-24D7-23D7C182D10E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593340" y="6680957"/>
            <a:ext cx="2209296" cy="235136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3616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OFERTA DO CLUBE SR!!!</a:t>
            </a:r>
          </a:p>
        </p:txBody>
      </p:sp>
      <p:sp>
        <p:nvSpPr>
          <p:cNvPr id="2" name="WordArt 4">
            <a:extLst>
              <a:ext uri="{FF2B5EF4-FFF2-40B4-BE49-F238E27FC236}">
                <a16:creationId xmlns:a16="http://schemas.microsoft.com/office/drawing/2014/main" id="{954F5F1C-E55F-4EE9-5A67-6E684CF2B17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653740" y="7307924"/>
            <a:ext cx="2088495" cy="11040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3616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Ou até enquanto durarem nossos estoques</a:t>
            </a:r>
          </a:p>
        </p:txBody>
      </p:sp>
      <p:sp>
        <p:nvSpPr>
          <p:cNvPr id="16" name="WordArt 4">
            <a:extLst>
              <a:ext uri="{FF2B5EF4-FFF2-40B4-BE49-F238E27FC236}">
                <a16:creationId xmlns:a16="http://schemas.microsoft.com/office/drawing/2014/main" id="{D786EAC3-35F4-54BF-2A13-397C602CCBE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653739" y="7437834"/>
            <a:ext cx="2088495" cy="11040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204"/>
              </a:avLst>
            </a:prstTxWarp>
          </a:bodyPr>
          <a:lstStyle/>
          <a:p>
            <a:pPr algn="ctr"/>
            <a:r>
              <a:rPr lang="fi-FI" sz="4000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OFERTA VÁLIDA SANTA JULIANA (34)3354-0515</a:t>
            </a:r>
          </a:p>
        </p:txBody>
      </p:sp>
      <p:grpSp>
        <p:nvGrpSpPr>
          <p:cNvPr id="33" name="Agrupar 32">
            <a:extLst>
              <a:ext uri="{FF2B5EF4-FFF2-40B4-BE49-F238E27FC236}">
                <a16:creationId xmlns:a16="http://schemas.microsoft.com/office/drawing/2014/main" id="{2B9E89CC-550F-0327-A784-B20A78FC0658}"/>
              </a:ext>
            </a:extLst>
          </p:cNvPr>
          <p:cNvGrpSpPr/>
          <p:nvPr/>
        </p:nvGrpSpPr>
        <p:grpSpPr>
          <a:xfrm>
            <a:off x="506112" y="6724803"/>
            <a:ext cx="692957" cy="810329"/>
            <a:chOff x="14714" y="6737912"/>
            <a:chExt cx="692957" cy="810329"/>
          </a:xfrm>
        </p:grpSpPr>
        <p:pic>
          <p:nvPicPr>
            <p:cNvPr id="4" name="Imagem 3">
              <a:extLst>
                <a:ext uri="{FF2B5EF4-FFF2-40B4-BE49-F238E27FC236}">
                  <a16:creationId xmlns:a16="http://schemas.microsoft.com/office/drawing/2014/main" id="{98E4F006-CEC7-8384-F1C9-AB7E31E8256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714" y="6861584"/>
              <a:ext cx="692957" cy="686657"/>
            </a:xfrm>
            <a:prstGeom prst="rect">
              <a:avLst/>
            </a:prstGeom>
          </p:spPr>
        </p:pic>
        <p:sp>
          <p:nvSpPr>
            <p:cNvPr id="18" name="WordArt 4">
              <a:extLst>
                <a:ext uri="{FF2B5EF4-FFF2-40B4-BE49-F238E27FC236}">
                  <a16:creationId xmlns:a16="http://schemas.microsoft.com/office/drawing/2014/main" id="{141C9598-42CB-06CA-20BB-1BAAA34F1D75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53320" y="6737912"/>
              <a:ext cx="628702" cy="8942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204"/>
                </a:avLst>
              </a:prstTxWarp>
            </a:bodyPr>
            <a:lstStyle/>
            <a:p>
              <a:pPr algn="ctr"/>
              <a:r>
                <a:rPr lang="fi-FI" sz="4000" kern="10" dirty="0"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latin typeface="Algerian" panose="04020705040A02060702" pitchFamily="82" charset="0"/>
                </a:rPr>
                <a:t>Baixe o app!!</a:t>
              </a:r>
            </a:p>
          </p:txBody>
        </p:sp>
        <p:sp>
          <p:nvSpPr>
            <p:cNvPr id="30" name="Retângulo 29">
              <a:extLst>
                <a:ext uri="{FF2B5EF4-FFF2-40B4-BE49-F238E27FC236}">
                  <a16:creationId xmlns:a16="http://schemas.microsoft.com/office/drawing/2014/main" id="{2D5A5EE9-5D6C-2846-E36D-01B8B335D3F7}"/>
                </a:ext>
              </a:extLst>
            </p:cNvPr>
            <p:cNvSpPr/>
            <p:nvPr/>
          </p:nvSpPr>
          <p:spPr>
            <a:xfrm>
              <a:off x="23671" y="6867409"/>
              <a:ext cx="684000" cy="68083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pic>
        <p:nvPicPr>
          <p:cNvPr id="32" name="Imagem 31">
            <a:extLst>
              <a:ext uri="{FF2B5EF4-FFF2-40B4-BE49-F238E27FC236}">
                <a16:creationId xmlns:a16="http://schemas.microsoft.com/office/drawing/2014/main" id="{4F5BAF5E-191F-E816-7D05-BCD841E17A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772555">
            <a:off x="-26286" y="6476447"/>
            <a:ext cx="573310" cy="573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33710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6771</TotalTime>
  <Words>69</Words>
  <Application>Microsoft Office PowerPoint</Application>
  <PresentationFormat>Personalizar</PresentationFormat>
  <Paragraphs>21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Algerian</vt:lpstr>
      <vt:lpstr>Arial</vt:lpstr>
      <vt:lpstr>Calibri</vt:lpstr>
      <vt:lpstr>Calibri Light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Usuario</dc:creator>
  <cp:lastModifiedBy>lukas amaral</cp:lastModifiedBy>
  <cp:revision>412</cp:revision>
  <cp:lastPrinted>2026-01-30T17:33:20Z</cp:lastPrinted>
  <dcterms:created xsi:type="dcterms:W3CDTF">2024-08-29T17:41:17Z</dcterms:created>
  <dcterms:modified xsi:type="dcterms:W3CDTF">2026-01-30T17:43:07Z</dcterms:modified>
</cp:coreProperties>
</file>